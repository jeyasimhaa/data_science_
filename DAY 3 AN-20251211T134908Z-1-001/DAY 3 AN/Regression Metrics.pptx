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rimo" panose="020B0604020202020204" charset="0"/>
      <p:regular r:id="rId10"/>
    </p:embeddedFont>
    <p:embeddedFont>
      <p:font typeface="CAT Neuzeit" panose="020B0604020202020204" charset="0"/>
      <p:regular r:id="rId11"/>
    </p:embeddedFont>
    <p:embeddedFont>
      <p:font typeface="Mukta Mahee" panose="020B0604020202020204" charset="0"/>
      <p:regular r:id="rId12"/>
    </p:embeddedFont>
    <p:embeddedFont>
      <p:font typeface="Mukta Mahee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1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3.jpe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10" Type="http://schemas.openxmlformats.org/officeDocument/2006/relationships/image" Target="../media/image25.jpeg"/><Relationship Id="rId4" Type="http://schemas.openxmlformats.org/officeDocument/2006/relationships/image" Target="../media/image19.png"/><Relationship Id="rId9" Type="http://schemas.openxmlformats.org/officeDocument/2006/relationships/image" Target="../media/image2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EEE8"/>
        </a:solidFill>
        <a:effectLst/>
      </p:bgPr>
    </p:bg>
    <p:spTree>
      <p:nvGrpSpPr>
        <p:cNvPr id="1" name=""/>
        <p:cNvGrpSpPr/>
        <p:nvPr/>
      </p:nvGrpSpPr>
      <p:grpSpPr>
        <a:xfrm>
          <a:off x="0" y="0"/>
          <a:ext cx="0" cy="0"/>
          <a:chOff x="0" y="0"/>
          <a:chExt cx="0" cy="0"/>
        </a:xfrm>
      </p:grpSpPr>
      <p:sp>
        <p:nvSpPr>
          <p:cNvPr id="2" name="Freeform 2"/>
          <p:cNvSpPr/>
          <p:nvPr/>
        </p:nvSpPr>
        <p:spPr>
          <a:xfrm>
            <a:off x="-2566940" y="-3467176"/>
            <a:ext cx="10187730" cy="6022191"/>
          </a:xfrm>
          <a:custGeom>
            <a:avLst/>
            <a:gdLst/>
            <a:ahLst/>
            <a:cxnLst/>
            <a:rect l="l" t="t" r="r" b="b"/>
            <a:pathLst>
              <a:path w="10187730" h="6022191">
                <a:moveTo>
                  <a:pt x="0" y="0"/>
                </a:moveTo>
                <a:lnTo>
                  <a:pt x="10187731" y="0"/>
                </a:lnTo>
                <a:lnTo>
                  <a:pt x="10187731" y="6022191"/>
                </a:lnTo>
                <a:lnTo>
                  <a:pt x="0" y="60221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680323" y="6889861"/>
            <a:ext cx="3517297" cy="5291318"/>
          </a:xfrm>
          <a:custGeom>
            <a:avLst/>
            <a:gdLst/>
            <a:ahLst/>
            <a:cxnLst/>
            <a:rect l="l" t="t" r="r" b="b"/>
            <a:pathLst>
              <a:path w="3517297" h="5291318">
                <a:moveTo>
                  <a:pt x="0" y="0"/>
                </a:moveTo>
                <a:lnTo>
                  <a:pt x="3517297" y="0"/>
                </a:lnTo>
                <a:lnTo>
                  <a:pt x="3517297" y="5291319"/>
                </a:lnTo>
                <a:lnTo>
                  <a:pt x="0" y="52913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889132" y="7953937"/>
            <a:ext cx="10187730" cy="6022191"/>
          </a:xfrm>
          <a:custGeom>
            <a:avLst/>
            <a:gdLst/>
            <a:ahLst/>
            <a:cxnLst/>
            <a:rect l="l" t="t" r="r" b="b"/>
            <a:pathLst>
              <a:path w="10187730" h="6022191">
                <a:moveTo>
                  <a:pt x="0" y="0"/>
                </a:moveTo>
                <a:lnTo>
                  <a:pt x="10187731" y="0"/>
                </a:lnTo>
                <a:lnTo>
                  <a:pt x="10187731" y="6022191"/>
                </a:lnTo>
                <a:lnTo>
                  <a:pt x="0" y="60221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5451036" y="-76200"/>
            <a:ext cx="2913164" cy="3469624"/>
          </a:xfrm>
          <a:custGeom>
            <a:avLst/>
            <a:gdLst/>
            <a:ahLst/>
            <a:cxnLst/>
            <a:rect l="l" t="t" r="r" b="b"/>
            <a:pathLst>
              <a:path w="2913164" h="3469624">
                <a:moveTo>
                  <a:pt x="0" y="0"/>
                </a:moveTo>
                <a:lnTo>
                  <a:pt x="2913164" y="0"/>
                </a:lnTo>
                <a:lnTo>
                  <a:pt x="2913164" y="3469624"/>
                </a:lnTo>
                <a:lnTo>
                  <a:pt x="0" y="34696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6" name="Group 6"/>
          <p:cNvGrpSpPr>
            <a:grpSpLocks noChangeAspect="1"/>
          </p:cNvGrpSpPr>
          <p:nvPr/>
        </p:nvGrpSpPr>
        <p:grpSpPr>
          <a:xfrm>
            <a:off x="0" y="0"/>
            <a:ext cx="8319668" cy="4171112"/>
            <a:chOff x="0" y="0"/>
            <a:chExt cx="8319668" cy="4171112"/>
          </a:xfrm>
        </p:grpSpPr>
        <p:sp>
          <p:nvSpPr>
            <p:cNvPr id="7" name="Freeform 7"/>
            <p:cNvSpPr/>
            <p:nvPr/>
          </p:nvSpPr>
          <p:spPr>
            <a:xfrm>
              <a:off x="0" y="0"/>
              <a:ext cx="8319643" cy="4171061"/>
            </a:xfrm>
            <a:custGeom>
              <a:avLst/>
              <a:gdLst/>
              <a:ahLst/>
              <a:cxnLst/>
              <a:rect l="l" t="t" r="r" b="b"/>
              <a:pathLst>
                <a:path w="8319643" h="4171061">
                  <a:moveTo>
                    <a:pt x="0" y="0"/>
                  </a:moveTo>
                  <a:lnTo>
                    <a:pt x="0" y="4171061"/>
                  </a:lnTo>
                  <a:lnTo>
                    <a:pt x="8319643" y="4171061"/>
                  </a:lnTo>
                  <a:lnTo>
                    <a:pt x="8319643" y="0"/>
                  </a:lnTo>
                  <a:close/>
                </a:path>
              </a:pathLst>
            </a:custGeom>
            <a:solidFill>
              <a:srgbClr val="000000">
                <a:alpha val="0"/>
              </a:srgbClr>
            </a:solidFill>
          </p:spPr>
        </p:sp>
      </p:grpSp>
      <p:grpSp>
        <p:nvGrpSpPr>
          <p:cNvPr id="8" name="Group 8"/>
          <p:cNvGrpSpPr>
            <a:grpSpLocks noChangeAspect="1"/>
          </p:cNvGrpSpPr>
          <p:nvPr/>
        </p:nvGrpSpPr>
        <p:grpSpPr>
          <a:xfrm>
            <a:off x="-63503" y="6889861"/>
            <a:ext cx="3261817" cy="3460642"/>
            <a:chOff x="0" y="0"/>
            <a:chExt cx="3261817" cy="3460636"/>
          </a:xfrm>
        </p:grpSpPr>
        <p:sp>
          <p:nvSpPr>
            <p:cNvPr id="9" name="Freeform 9"/>
            <p:cNvSpPr/>
            <p:nvPr/>
          </p:nvSpPr>
          <p:spPr>
            <a:xfrm>
              <a:off x="627634" y="63500"/>
              <a:ext cx="2213991" cy="2842133"/>
            </a:xfrm>
            <a:custGeom>
              <a:avLst/>
              <a:gdLst/>
              <a:ahLst/>
              <a:cxnLst/>
              <a:rect l="l" t="t" r="r" b="b"/>
              <a:pathLst>
                <a:path w="2213991" h="2842133">
                  <a:moveTo>
                    <a:pt x="0" y="2842133"/>
                  </a:moveTo>
                  <a:lnTo>
                    <a:pt x="2213991" y="2842133"/>
                  </a:lnTo>
                  <a:lnTo>
                    <a:pt x="2213991" y="0"/>
                  </a:lnTo>
                  <a:lnTo>
                    <a:pt x="0" y="0"/>
                  </a:lnTo>
                  <a:close/>
                </a:path>
              </a:pathLst>
            </a:custGeom>
            <a:solidFill>
              <a:srgbClr val="000000">
                <a:alpha val="0"/>
              </a:srgbClr>
            </a:solidFill>
          </p:spPr>
        </p:sp>
        <p:sp>
          <p:nvSpPr>
            <p:cNvPr id="10" name="Freeform 10"/>
            <p:cNvSpPr/>
            <p:nvPr/>
          </p:nvSpPr>
          <p:spPr>
            <a:xfrm>
              <a:off x="63500" y="687832"/>
              <a:ext cx="3134868" cy="2709291"/>
            </a:xfrm>
            <a:custGeom>
              <a:avLst/>
              <a:gdLst/>
              <a:ahLst/>
              <a:cxnLst/>
              <a:rect l="l" t="t" r="r" b="b"/>
              <a:pathLst>
                <a:path w="3134868" h="2709291">
                  <a:moveTo>
                    <a:pt x="0" y="0"/>
                  </a:moveTo>
                  <a:lnTo>
                    <a:pt x="0" y="2709291"/>
                  </a:lnTo>
                  <a:lnTo>
                    <a:pt x="3134868" y="2709291"/>
                  </a:lnTo>
                  <a:lnTo>
                    <a:pt x="3134868" y="0"/>
                  </a:lnTo>
                  <a:close/>
                </a:path>
              </a:pathLst>
            </a:custGeom>
            <a:solidFill>
              <a:srgbClr val="000000">
                <a:alpha val="0"/>
              </a:srgbClr>
            </a:solidFill>
          </p:spPr>
        </p:sp>
      </p:grpSp>
      <p:grpSp>
        <p:nvGrpSpPr>
          <p:cNvPr id="11" name="Group 11"/>
          <p:cNvGrpSpPr>
            <a:grpSpLocks noChangeAspect="1"/>
          </p:cNvGrpSpPr>
          <p:nvPr/>
        </p:nvGrpSpPr>
        <p:grpSpPr>
          <a:xfrm>
            <a:off x="10190255" y="6337840"/>
            <a:ext cx="8097745" cy="3949160"/>
            <a:chOff x="0" y="0"/>
            <a:chExt cx="8097749" cy="3949167"/>
          </a:xfrm>
        </p:grpSpPr>
        <p:sp>
          <p:nvSpPr>
            <p:cNvPr id="12" name="Freeform 12"/>
            <p:cNvSpPr/>
            <p:nvPr/>
          </p:nvSpPr>
          <p:spPr>
            <a:xfrm>
              <a:off x="0" y="0"/>
              <a:ext cx="8097774" cy="3949192"/>
            </a:xfrm>
            <a:custGeom>
              <a:avLst/>
              <a:gdLst/>
              <a:ahLst/>
              <a:cxnLst/>
              <a:rect l="l" t="t" r="r" b="b"/>
              <a:pathLst>
                <a:path w="8097774" h="3949192">
                  <a:moveTo>
                    <a:pt x="0" y="0"/>
                  </a:moveTo>
                  <a:lnTo>
                    <a:pt x="0" y="3949192"/>
                  </a:lnTo>
                  <a:lnTo>
                    <a:pt x="8097774" y="3949192"/>
                  </a:lnTo>
                  <a:lnTo>
                    <a:pt x="8097774" y="0"/>
                  </a:lnTo>
                  <a:close/>
                </a:path>
              </a:pathLst>
            </a:custGeom>
            <a:solidFill>
              <a:srgbClr val="000000">
                <a:alpha val="0"/>
              </a:srgbClr>
            </a:solidFill>
          </p:spPr>
        </p:sp>
      </p:grpSp>
      <p:sp>
        <p:nvSpPr>
          <p:cNvPr id="13" name="TextBox 13"/>
          <p:cNvSpPr txBox="1"/>
          <p:nvPr/>
        </p:nvSpPr>
        <p:spPr>
          <a:xfrm>
            <a:off x="3238944" y="3276231"/>
            <a:ext cx="12212092" cy="4375589"/>
          </a:xfrm>
          <a:prstGeom prst="rect">
            <a:avLst/>
          </a:prstGeom>
        </p:spPr>
        <p:txBody>
          <a:bodyPr lIns="0" tIns="0" rIns="0" bIns="0" rtlCol="0" anchor="t">
            <a:spAutoFit/>
          </a:bodyPr>
          <a:lstStyle/>
          <a:p>
            <a:pPr algn="ctr">
              <a:lnSpc>
                <a:spcPts val="14235"/>
              </a:lnSpc>
            </a:pPr>
            <a:r>
              <a:rPr lang="en-US" sz="15835">
                <a:solidFill>
                  <a:srgbClr val="4D6259"/>
                </a:solidFill>
                <a:latin typeface="CAT Neuzeit"/>
                <a:ea typeface="CAT Neuzeit"/>
                <a:cs typeface="CAT Neuzeit"/>
                <a:sym typeface="CAT Neuzeit"/>
              </a:rPr>
              <a:t>REGRESSION METRICS</a:t>
            </a:r>
          </a:p>
          <a:p>
            <a:pPr algn="ctr">
              <a:lnSpc>
                <a:spcPts val="9335"/>
              </a:lnSpc>
            </a:pPr>
            <a:endParaRPr lang="en-US" sz="15835">
              <a:solidFill>
                <a:srgbClr val="4D6259"/>
              </a:solidFill>
              <a:latin typeface="CAT Neuzeit"/>
              <a:ea typeface="CAT Neuzeit"/>
              <a:cs typeface="CAT Neuzeit"/>
              <a:sym typeface="CAT Neuzei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EEE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52146" y="7175611"/>
            <a:ext cx="2299068" cy="2965028"/>
            <a:chOff x="0" y="0"/>
            <a:chExt cx="2299068" cy="2965031"/>
          </a:xfrm>
        </p:grpSpPr>
        <p:sp>
          <p:nvSpPr>
            <p:cNvPr id="3" name="Freeform 3"/>
            <p:cNvSpPr/>
            <p:nvPr/>
          </p:nvSpPr>
          <p:spPr>
            <a:xfrm>
              <a:off x="94361" y="1986153"/>
              <a:ext cx="872998" cy="847979"/>
            </a:xfrm>
            <a:custGeom>
              <a:avLst/>
              <a:gdLst/>
              <a:ahLst/>
              <a:cxnLst/>
              <a:rect l="l" t="t" r="r" b="b"/>
              <a:pathLst>
                <a:path w="872998" h="847979">
                  <a:moveTo>
                    <a:pt x="431800" y="847725"/>
                  </a:moveTo>
                  <a:cubicBezTo>
                    <a:pt x="239903" y="847725"/>
                    <a:pt x="74676" y="712089"/>
                    <a:pt x="37338" y="523748"/>
                  </a:cubicBezTo>
                  <a:cubicBezTo>
                    <a:pt x="0" y="335407"/>
                    <a:pt x="100584" y="146812"/>
                    <a:pt x="277876" y="73406"/>
                  </a:cubicBezTo>
                  <a:cubicBezTo>
                    <a:pt x="455168" y="0"/>
                    <a:pt x="659638" y="61976"/>
                    <a:pt x="766318" y="221615"/>
                  </a:cubicBezTo>
                  <a:cubicBezTo>
                    <a:pt x="872998" y="381254"/>
                    <a:pt x="851916" y="594106"/>
                    <a:pt x="716280" y="729869"/>
                  </a:cubicBezTo>
                  <a:cubicBezTo>
                    <a:pt x="640969" y="805561"/>
                    <a:pt x="538607" y="847979"/>
                    <a:pt x="431800" y="847725"/>
                  </a:cubicBezTo>
                  <a:close/>
                  <a:moveTo>
                    <a:pt x="431800" y="54610"/>
                  </a:moveTo>
                  <a:cubicBezTo>
                    <a:pt x="216535" y="54610"/>
                    <a:pt x="41402" y="229870"/>
                    <a:pt x="41402" y="445262"/>
                  </a:cubicBezTo>
                  <a:cubicBezTo>
                    <a:pt x="41402" y="660654"/>
                    <a:pt x="216535" y="835914"/>
                    <a:pt x="431800" y="835914"/>
                  </a:cubicBezTo>
                  <a:cubicBezTo>
                    <a:pt x="647065" y="835914"/>
                    <a:pt x="822198" y="660654"/>
                    <a:pt x="822198" y="445262"/>
                  </a:cubicBezTo>
                  <a:cubicBezTo>
                    <a:pt x="822198" y="229870"/>
                    <a:pt x="647065" y="54610"/>
                    <a:pt x="431800" y="54610"/>
                  </a:cubicBezTo>
                  <a:close/>
                </a:path>
              </a:pathLst>
            </a:custGeom>
            <a:solidFill>
              <a:srgbClr val="879282"/>
            </a:solidFill>
          </p:spPr>
        </p:sp>
        <p:sp>
          <p:nvSpPr>
            <p:cNvPr id="4" name="Freeform 4"/>
            <p:cNvSpPr/>
            <p:nvPr/>
          </p:nvSpPr>
          <p:spPr>
            <a:xfrm>
              <a:off x="641731" y="2150618"/>
              <a:ext cx="561340" cy="561594"/>
            </a:xfrm>
            <a:custGeom>
              <a:avLst/>
              <a:gdLst/>
              <a:ahLst/>
              <a:cxnLst/>
              <a:rect l="l" t="t" r="r" b="b"/>
              <a:pathLst>
                <a:path w="561340" h="561594">
                  <a:moveTo>
                    <a:pt x="280670" y="561594"/>
                  </a:moveTo>
                  <a:cubicBezTo>
                    <a:pt x="125984" y="561594"/>
                    <a:pt x="0" y="435610"/>
                    <a:pt x="0" y="280797"/>
                  </a:cubicBezTo>
                  <a:cubicBezTo>
                    <a:pt x="0" y="125984"/>
                    <a:pt x="125857" y="0"/>
                    <a:pt x="280670" y="0"/>
                  </a:cubicBezTo>
                  <a:cubicBezTo>
                    <a:pt x="435483" y="0"/>
                    <a:pt x="561340" y="125984"/>
                    <a:pt x="561340" y="280797"/>
                  </a:cubicBezTo>
                  <a:cubicBezTo>
                    <a:pt x="561340" y="435610"/>
                    <a:pt x="435483" y="561594"/>
                    <a:pt x="280670" y="561594"/>
                  </a:cubicBezTo>
                  <a:close/>
                  <a:moveTo>
                    <a:pt x="280670" y="8128"/>
                  </a:moveTo>
                  <a:cubicBezTo>
                    <a:pt x="130429" y="8128"/>
                    <a:pt x="8255" y="130429"/>
                    <a:pt x="8255" y="280670"/>
                  </a:cubicBezTo>
                  <a:cubicBezTo>
                    <a:pt x="8255" y="430911"/>
                    <a:pt x="130429" y="553212"/>
                    <a:pt x="280670" y="553212"/>
                  </a:cubicBezTo>
                  <a:cubicBezTo>
                    <a:pt x="430911" y="553212"/>
                    <a:pt x="553085" y="430911"/>
                    <a:pt x="553085" y="280670"/>
                  </a:cubicBezTo>
                  <a:cubicBezTo>
                    <a:pt x="553085" y="130429"/>
                    <a:pt x="430911" y="8128"/>
                    <a:pt x="280670" y="8128"/>
                  </a:cubicBezTo>
                  <a:lnTo>
                    <a:pt x="280670" y="8128"/>
                  </a:lnTo>
                  <a:close/>
                </a:path>
              </a:pathLst>
            </a:custGeom>
            <a:solidFill>
              <a:srgbClr val="879282"/>
            </a:solidFill>
          </p:spPr>
        </p:sp>
        <p:sp>
          <p:nvSpPr>
            <p:cNvPr id="5" name="Freeform 5"/>
            <p:cNvSpPr/>
            <p:nvPr/>
          </p:nvSpPr>
          <p:spPr>
            <a:xfrm>
              <a:off x="540893" y="2458339"/>
              <a:ext cx="1694688" cy="12954"/>
            </a:xfrm>
            <a:custGeom>
              <a:avLst/>
              <a:gdLst/>
              <a:ahLst/>
              <a:cxnLst/>
              <a:rect l="l" t="t" r="r" b="b"/>
              <a:pathLst>
                <a:path w="1694688" h="12954">
                  <a:moveTo>
                    <a:pt x="0" y="6350"/>
                  </a:moveTo>
                  <a:cubicBezTo>
                    <a:pt x="141224" y="3683"/>
                    <a:pt x="282448" y="2286"/>
                    <a:pt x="423672" y="1397"/>
                  </a:cubicBezTo>
                  <a:cubicBezTo>
                    <a:pt x="494284" y="762"/>
                    <a:pt x="564896" y="635"/>
                    <a:pt x="635508" y="381"/>
                  </a:cubicBezTo>
                  <a:lnTo>
                    <a:pt x="847344" y="0"/>
                  </a:lnTo>
                  <a:lnTo>
                    <a:pt x="1059180" y="381"/>
                  </a:lnTo>
                  <a:lnTo>
                    <a:pt x="1165098" y="889"/>
                  </a:lnTo>
                  <a:lnTo>
                    <a:pt x="1218057" y="1143"/>
                  </a:lnTo>
                  <a:lnTo>
                    <a:pt x="1271016" y="1524"/>
                  </a:lnTo>
                  <a:cubicBezTo>
                    <a:pt x="1412240" y="2413"/>
                    <a:pt x="1553464" y="3810"/>
                    <a:pt x="1694688" y="6477"/>
                  </a:cubicBezTo>
                  <a:cubicBezTo>
                    <a:pt x="1553464" y="9144"/>
                    <a:pt x="1412240" y="10541"/>
                    <a:pt x="1271016" y="11430"/>
                  </a:cubicBezTo>
                  <a:lnTo>
                    <a:pt x="1218057" y="11811"/>
                  </a:lnTo>
                  <a:lnTo>
                    <a:pt x="1165098" y="12065"/>
                  </a:lnTo>
                  <a:lnTo>
                    <a:pt x="1059180" y="12573"/>
                  </a:lnTo>
                  <a:lnTo>
                    <a:pt x="847344" y="12954"/>
                  </a:lnTo>
                  <a:lnTo>
                    <a:pt x="635508" y="12573"/>
                  </a:lnTo>
                  <a:cubicBezTo>
                    <a:pt x="564896" y="12192"/>
                    <a:pt x="494284" y="12065"/>
                    <a:pt x="423672" y="11557"/>
                  </a:cubicBezTo>
                  <a:cubicBezTo>
                    <a:pt x="282448" y="10668"/>
                    <a:pt x="141224" y="9144"/>
                    <a:pt x="0" y="6604"/>
                  </a:cubicBezTo>
                  <a:close/>
                </a:path>
              </a:pathLst>
            </a:custGeom>
            <a:solidFill>
              <a:srgbClr val="879282"/>
            </a:solidFill>
          </p:spPr>
        </p:sp>
        <p:sp>
          <p:nvSpPr>
            <p:cNvPr id="6" name="Freeform 6"/>
            <p:cNvSpPr/>
            <p:nvPr/>
          </p:nvSpPr>
          <p:spPr>
            <a:xfrm>
              <a:off x="534543" y="2031492"/>
              <a:ext cx="12700" cy="433324"/>
            </a:xfrm>
            <a:custGeom>
              <a:avLst/>
              <a:gdLst/>
              <a:ahLst/>
              <a:cxnLst/>
              <a:rect l="l" t="t" r="r" b="b"/>
              <a:pathLst>
                <a:path w="12700" h="433324">
                  <a:moveTo>
                    <a:pt x="6350" y="0"/>
                  </a:moveTo>
                  <a:cubicBezTo>
                    <a:pt x="9017" y="36068"/>
                    <a:pt x="10414" y="72263"/>
                    <a:pt x="11303" y="108331"/>
                  </a:cubicBezTo>
                  <a:cubicBezTo>
                    <a:pt x="12192" y="144399"/>
                    <a:pt x="12700" y="180467"/>
                    <a:pt x="12700" y="216662"/>
                  </a:cubicBezTo>
                  <a:cubicBezTo>
                    <a:pt x="12700" y="252857"/>
                    <a:pt x="12319" y="288798"/>
                    <a:pt x="11303" y="324993"/>
                  </a:cubicBezTo>
                  <a:cubicBezTo>
                    <a:pt x="10287" y="361188"/>
                    <a:pt x="9017" y="397256"/>
                    <a:pt x="6350" y="433324"/>
                  </a:cubicBezTo>
                  <a:cubicBezTo>
                    <a:pt x="3683" y="397256"/>
                    <a:pt x="2286" y="361061"/>
                    <a:pt x="1397" y="324993"/>
                  </a:cubicBezTo>
                  <a:cubicBezTo>
                    <a:pt x="508" y="288925"/>
                    <a:pt x="0" y="252857"/>
                    <a:pt x="0" y="216662"/>
                  </a:cubicBezTo>
                  <a:cubicBezTo>
                    <a:pt x="0" y="180467"/>
                    <a:pt x="508" y="144399"/>
                    <a:pt x="1397" y="108331"/>
                  </a:cubicBezTo>
                  <a:cubicBezTo>
                    <a:pt x="2286" y="72263"/>
                    <a:pt x="3810" y="36068"/>
                    <a:pt x="6477" y="0"/>
                  </a:cubicBezTo>
                  <a:close/>
                </a:path>
              </a:pathLst>
            </a:custGeom>
            <a:solidFill>
              <a:srgbClr val="879282"/>
            </a:solidFill>
          </p:spPr>
        </p:sp>
        <p:sp>
          <p:nvSpPr>
            <p:cNvPr id="7" name="Freeform 7"/>
            <p:cNvSpPr/>
            <p:nvPr/>
          </p:nvSpPr>
          <p:spPr>
            <a:xfrm>
              <a:off x="534289" y="63500"/>
              <a:ext cx="12954" cy="1827784"/>
            </a:xfrm>
            <a:custGeom>
              <a:avLst/>
              <a:gdLst/>
              <a:ahLst/>
              <a:cxnLst/>
              <a:rect l="l" t="t" r="r" b="b"/>
              <a:pathLst>
                <a:path w="12954" h="1827784">
                  <a:moveTo>
                    <a:pt x="6604" y="0"/>
                  </a:moveTo>
                  <a:cubicBezTo>
                    <a:pt x="9271" y="152273"/>
                    <a:pt x="10668" y="304546"/>
                    <a:pt x="11557" y="456946"/>
                  </a:cubicBezTo>
                  <a:cubicBezTo>
                    <a:pt x="12192" y="533146"/>
                    <a:pt x="12319" y="609219"/>
                    <a:pt x="12573" y="685419"/>
                  </a:cubicBezTo>
                  <a:lnTo>
                    <a:pt x="12954" y="913892"/>
                  </a:lnTo>
                  <a:lnTo>
                    <a:pt x="12573" y="1142365"/>
                  </a:lnTo>
                  <a:lnTo>
                    <a:pt x="12065" y="1256538"/>
                  </a:lnTo>
                  <a:lnTo>
                    <a:pt x="11811" y="1313688"/>
                  </a:lnTo>
                  <a:lnTo>
                    <a:pt x="11430" y="1370838"/>
                  </a:lnTo>
                  <a:cubicBezTo>
                    <a:pt x="10541" y="1523111"/>
                    <a:pt x="9144" y="1675384"/>
                    <a:pt x="6477" y="1827784"/>
                  </a:cubicBezTo>
                  <a:cubicBezTo>
                    <a:pt x="3810" y="1675511"/>
                    <a:pt x="2413" y="1523238"/>
                    <a:pt x="1524" y="1370838"/>
                  </a:cubicBezTo>
                  <a:lnTo>
                    <a:pt x="1143" y="1313688"/>
                  </a:lnTo>
                  <a:lnTo>
                    <a:pt x="889" y="1256538"/>
                  </a:lnTo>
                  <a:lnTo>
                    <a:pt x="381" y="1142365"/>
                  </a:lnTo>
                  <a:lnTo>
                    <a:pt x="0" y="913892"/>
                  </a:lnTo>
                  <a:lnTo>
                    <a:pt x="381" y="685419"/>
                  </a:lnTo>
                  <a:cubicBezTo>
                    <a:pt x="762" y="609219"/>
                    <a:pt x="889" y="533146"/>
                    <a:pt x="1397" y="456946"/>
                  </a:cubicBezTo>
                  <a:cubicBezTo>
                    <a:pt x="2286" y="304673"/>
                    <a:pt x="3683" y="152273"/>
                    <a:pt x="6350" y="0"/>
                  </a:cubicBezTo>
                  <a:close/>
                </a:path>
              </a:pathLst>
            </a:custGeom>
            <a:solidFill>
              <a:srgbClr val="879282"/>
            </a:solidFill>
          </p:spPr>
        </p:sp>
        <p:sp>
          <p:nvSpPr>
            <p:cNvPr id="8" name="Freeform 8"/>
            <p:cNvSpPr/>
            <p:nvPr/>
          </p:nvSpPr>
          <p:spPr>
            <a:xfrm>
              <a:off x="26670" y="1961261"/>
              <a:ext cx="506603" cy="940689"/>
            </a:xfrm>
            <a:custGeom>
              <a:avLst/>
              <a:gdLst/>
              <a:ahLst/>
              <a:cxnLst/>
              <a:rect l="l" t="t" r="r" b="b"/>
              <a:pathLst>
                <a:path w="506603" h="940689">
                  <a:moveTo>
                    <a:pt x="174371" y="802640"/>
                  </a:moveTo>
                  <a:cubicBezTo>
                    <a:pt x="262255" y="891032"/>
                    <a:pt x="381889" y="940689"/>
                    <a:pt x="506603" y="940308"/>
                  </a:cubicBezTo>
                  <a:lnTo>
                    <a:pt x="506603" y="927481"/>
                  </a:lnTo>
                  <a:cubicBezTo>
                    <a:pt x="254635" y="927481"/>
                    <a:pt x="49530" y="722376"/>
                    <a:pt x="49530" y="470154"/>
                  </a:cubicBezTo>
                  <a:cubicBezTo>
                    <a:pt x="49530" y="217932"/>
                    <a:pt x="254508" y="12827"/>
                    <a:pt x="506603" y="12827"/>
                  </a:cubicBezTo>
                  <a:lnTo>
                    <a:pt x="506603" y="0"/>
                  </a:lnTo>
                  <a:cubicBezTo>
                    <a:pt x="316611" y="0"/>
                    <a:pt x="145288" y="114554"/>
                    <a:pt x="72644" y="290195"/>
                  </a:cubicBezTo>
                  <a:cubicBezTo>
                    <a:pt x="0" y="465836"/>
                    <a:pt x="40132" y="668020"/>
                    <a:pt x="174371" y="802513"/>
                  </a:cubicBezTo>
                  <a:close/>
                </a:path>
              </a:pathLst>
            </a:custGeom>
            <a:solidFill>
              <a:srgbClr val="879282"/>
            </a:solidFill>
          </p:spPr>
        </p:sp>
      </p:grpSp>
      <p:grpSp>
        <p:nvGrpSpPr>
          <p:cNvPr id="9" name="Group 9"/>
          <p:cNvGrpSpPr>
            <a:grpSpLocks noChangeAspect="1"/>
          </p:cNvGrpSpPr>
          <p:nvPr/>
        </p:nvGrpSpPr>
        <p:grpSpPr>
          <a:xfrm>
            <a:off x="2058905" y="2820276"/>
            <a:ext cx="13795629" cy="2844146"/>
            <a:chOff x="0" y="0"/>
            <a:chExt cx="13795629" cy="2844140"/>
          </a:xfrm>
        </p:grpSpPr>
        <p:sp>
          <p:nvSpPr>
            <p:cNvPr id="10" name="Freeform 10"/>
            <p:cNvSpPr/>
            <p:nvPr/>
          </p:nvSpPr>
          <p:spPr>
            <a:xfrm>
              <a:off x="120650" y="1018286"/>
              <a:ext cx="13554329" cy="38100"/>
            </a:xfrm>
            <a:custGeom>
              <a:avLst/>
              <a:gdLst/>
              <a:ahLst/>
              <a:cxnLst/>
              <a:rect l="l" t="t" r="r" b="b"/>
              <a:pathLst>
                <a:path w="13554329" h="38100">
                  <a:moveTo>
                    <a:pt x="0" y="0"/>
                  </a:moveTo>
                  <a:lnTo>
                    <a:pt x="13554329" y="0"/>
                  </a:lnTo>
                  <a:lnTo>
                    <a:pt x="13554329" y="38100"/>
                  </a:lnTo>
                  <a:lnTo>
                    <a:pt x="0" y="38100"/>
                  </a:lnTo>
                  <a:close/>
                </a:path>
              </a:pathLst>
            </a:custGeom>
            <a:solidFill>
              <a:srgbClr val="000000"/>
            </a:solidFill>
          </p:spPr>
        </p:sp>
        <p:sp>
          <p:nvSpPr>
            <p:cNvPr id="11" name="Freeform 11"/>
            <p:cNvSpPr/>
            <p:nvPr/>
          </p:nvSpPr>
          <p:spPr>
            <a:xfrm>
              <a:off x="6510401" y="63500"/>
              <a:ext cx="38100" cy="973836"/>
            </a:xfrm>
            <a:custGeom>
              <a:avLst/>
              <a:gdLst/>
              <a:ahLst/>
              <a:cxnLst/>
              <a:rect l="l" t="t" r="r" b="b"/>
              <a:pathLst>
                <a:path w="38100" h="973836">
                  <a:moveTo>
                    <a:pt x="0" y="973836"/>
                  </a:moveTo>
                  <a:lnTo>
                    <a:pt x="0" y="0"/>
                  </a:lnTo>
                  <a:lnTo>
                    <a:pt x="38100" y="0"/>
                  </a:lnTo>
                  <a:lnTo>
                    <a:pt x="38100" y="973836"/>
                  </a:lnTo>
                  <a:close/>
                </a:path>
              </a:pathLst>
            </a:custGeom>
            <a:solidFill>
              <a:srgbClr val="000000"/>
            </a:solidFill>
          </p:spPr>
        </p:sp>
        <p:sp>
          <p:nvSpPr>
            <p:cNvPr id="12" name="Freeform 12"/>
            <p:cNvSpPr/>
            <p:nvPr/>
          </p:nvSpPr>
          <p:spPr>
            <a:xfrm>
              <a:off x="62992" y="2665476"/>
              <a:ext cx="153289" cy="116459"/>
            </a:xfrm>
            <a:custGeom>
              <a:avLst/>
              <a:gdLst/>
              <a:ahLst/>
              <a:cxnLst/>
              <a:rect l="l" t="t" r="r" b="b"/>
              <a:pathLst>
                <a:path w="153289" h="116459">
                  <a:moveTo>
                    <a:pt x="89281" y="110998"/>
                  </a:moveTo>
                  <a:cubicBezTo>
                    <a:pt x="80899" y="116459"/>
                    <a:pt x="72517" y="116459"/>
                    <a:pt x="64135" y="110998"/>
                  </a:cubicBezTo>
                  <a:lnTo>
                    <a:pt x="4318" y="30988"/>
                  </a:lnTo>
                  <a:cubicBezTo>
                    <a:pt x="1143" y="26797"/>
                    <a:pt x="0" y="22098"/>
                    <a:pt x="762" y="16891"/>
                  </a:cubicBezTo>
                  <a:cubicBezTo>
                    <a:pt x="1524" y="11684"/>
                    <a:pt x="3937" y="7493"/>
                    <a:pt x="8128" y="4318"/>
                  </a:cubicBezTo>
                  <a:cubicBezTo>
                    <a:pt x="12319" y="1143"/>
                    <a:pt x="17018" y="0"/>
                    <a:pt x="22225" y="762"/>
                  </a:cubicBezTo>
                  <a:cubicBezTo>
                    <a:pt x="27432" y="1524"/>
                    <a:pt x="31623" y="3937"/>
                    <a:pt x="34798" y="8128"/>
                  </a:cubicBezTo>
                  <a:lnTo>
                    <a:pt x="69088" y="53848"/>
                  </a:lnTo>
                  <a:cubicBezTo>
                    <a:pt x="74168" y="58420"/>
                    <a:pt x="79248" y="58420"/>
                    <a:pt x="84328" y="53848"/>
                  </a:cubicBezTo>
                  <a:lnTo>
                    <a:pt x="118618" y="8128"/>
                  </a:lnTo>
                  <a:cubicBezTo>
                    <a:pt x="121793" y="3937"/>
                    <a:pt x="125984" y="1397"/>
                    <a:pt x="131191" y="762"/>
                  </a:cubicBezTo>
                  <a:cubicBezTo>
                    <a:pt x="136398" y="127"/>
                    <a:pt x="141097" y="1270"/>
                    <a:pt x="145288" y="4318"/>
                  </a:cubicBezTo>
                  <a:cubicBezTo>
                    <a:pt x="149479" y="7366"/>
                    <a:pt x="152019" y="11684"/>
                    <a:pt x="152654" y="16891"/>
                  </a:cubicBezTo>
                  <a:cubicBezTo>
                    <a:pt x="153289" y="22098"/>
                    <a:pt x="152146" y="26797"/>
                    <a:pt x="149098" y="30988"/>
                  </a:cubicBezTo>
                  <a:lnTo>
                    <a:pt x="89281" y="110998"/>
                  </a:lnTo>
                  <a:close/>
                </a:path>
              </a:pathLst>
            </a:custGeom>
            <a:solidFill>
              <a:srgbClr val="000000"/>
            </a:solidFill>
          </p:spPr>
        </p:sp>
        <p:sp>
          <p:nvSpPr>
            <p:cNvPr id="13" name="Freeform 13"/>
            <p:cNvSpPr/>
            <p:nvPr/>
          </p:nvSpPr>
          <p:spPr>
            <a:xfrm>
              <a:off x="120650" y="1037336"/>
              <a:ext cx="38100" cy="1704848"/>
            </a:xfrm>
            <a:custGeom>
              <a:avLst/>
              <a:gdLst/>
              <a:ahLst/>
              <a:cxnLst/>
              <a:rect l="l" t="t" r="r" b="b"/>
              <a:pathLst>
                <a:path w="38100" h="1704848">
                  <a:moveTo>
                    <a:pt x="38100" y="0"/>
                  </a:moveTo>
                  <a:lnTo>
                    <a:pt x="38100" y="1704848"/>
                  </a:lnTo>
                  <a:lnTo>
                    <a:pt x="0" y="1704848"/>
                  </a:lnTo>
                  <a:lnTo>
                    <a:pt x="0" y="0"/>
                  </a:lnTo>
                  <a:close/>
                </a:path>
              </a:pathLst>
            </a:custGeom>
            <a:solidFill>
              <a:srgbClr val="000000"/>
            </a:solidFill>
          </p:spPr>
        </p:sp>
        <p:sp>
          <p:nvSpPr>
            <p:cNvPr id="14" name="Freeform 14"/>
            <p:cNvSpPr/>
            <p:nvPr/>
          </p:nvSpPr>
          <p:spPr>
            <a:xfrm>
              <a:off x="4555363" y="2665476"/>
              <a:ext cx="153288" cy="116459"/>
            </a:xfrm>
            <a:custGeom>
              <a:avLst/>
              <a:gdLst/>
              <a:ahLst/>
              <a:cxnLst/>
              <a:rect l="l" t="t" r="r" b="b"/>
              <a:pathLst>
                <a:path w="153288" h="116459">
                  <a:moveTo>
                    <a:pt x="89281" y="110998"/>
                  </a:moveTo>
                  <a:cubicBezTo>
                    <a:pt x="80899" y="116459"/>
                    <a:pt x="72517" y="116459"/>
                    <a:pt x="64135" y="110998"/>
                  </a:cubicBezTo>
                  <a:lnTo>
                    <a:pt x="4318" y="30988"/>
                  </a:lnTo>
                  <a:cubicBezTo>
                    <a:pt x="1143" y="26797"/>
                    <a:pt x="0" y="22098"/>
                    <a:pt x="762" y="16891"/>
                  </a:cubicBezTo>
                  <a:cubicBezTo>
                    <a:pt x="1524" y="11684"/>
                    <a:pt x="3937" y="7493"/>
                    <a:pt x="8128" y="4318"/>
                  </a:cubicBezTo>
                  <a:cubicBezTo>
                    <a:pt x="12319" y="1143"/>
                    <a:pt x="17018" y="0"/>
                    <a:pt x="22225" y="762"/>
                  </a:cubicBezTo>
                  <a:cubicBezTo>
                    <a:pt x="27431" y="1524"/>
                    <a:pt x="31623" y="3937"/>
                    <a:pt x="34798" y="8128"/>
                  </a:cubicBezTo>
                  <a:lnTo>
                    <a:pt x="69088" y="53848"/>
                  </a:lnTo>
                  <a:cubicBezTo>
                    <a:pt x="74168" y="58420"/>
                    <a:pt x="79248" y="58420"/>
                    <a:pt x="84328" y="53848"/>
                  </a:cubicBezTo>
                  <a:lnTo>
                    <a:pt x="118618" y="8128"/>
                  </a:lnTo>
                  <a:cubicBezTo>
                    <a:pt x="121793" y="3937"/>
                    <a:pt x="125984" y="1397"/>
                    <a:pt x="131191" y="762"/>
                  </a:cubicBezTo>
                  <a:cubicBezTo>
                    <a:pt x="136398" y="127"/>
                    <a:pt x="141097" y="1270"/>
                    <a:pt x="145288" y="4318"/>
                  </a:cubicBezTo>
                  <a:cubicBezTo>
                    <a:pt x="149479" y="7366"/>
                    <a:pt x="152019" y="11684"/>
                    <a:pt x="152654" y="16891"/>
                  </a:cubicBezTo>
                  <a:cubicBezTo>
                    <a:pt x="153288" y="22098"/>
                    <a:pt x="152145" y="26797"/>
                    <a:pt x="149098" y="30988"/>
                  </a:cubicBezTo>
                  <a:lnTo>
                    <a:pt x="89281" y="110998"/>
                  </a:lnTo>
                  <a:close/>
                </a:path>
              </a:pathLst>
            </a:custGeom>
            <a:solidFill>
              <a:srgbClr val="000000"/>
            </a:solidFill>
          </p:spPr>
        </p:sp>
        <p:sp>
          <p:nvSpPr>
            <p:cNvPr id="15" name="Freeform 15"/>
            <p:cNvSpPr/>
            <p:nvPr/>
          </p:nvSpPr>
          <p:spPr>
            <a:xfrm>
              <a:off x="4613021" y="1037336"/>
              <a:ext cx="38100" cy="1704848"/>
            </a:xfrm>
            <a:custGeom>
              <a:avLst/>
              <a:gdLst/>
              <a:ahLst/>
              <a:cxnLst/>
              <a:rect l="l" t="t" r="r" b="b"/>
              <a:pathLst>
                <a:path w="38100" h="1704848">
                  <a:moveTo>
                    <a:pt x="38100" y="0"/>
                  </a:moveTo>
                  <a:lnTo>
                    <a:pt x="38100" y="1704848"/>
                  </a:lnTo>
                  <a:lnTo>
                    <a:pt x="0" y="1704848"/>
                  </a:lnTo>
                  <a:lnTo>
                    <a:pt x="0" y="0"/>
                  </a:lnTo>
                  <a:close/>
                </a:path>
              </a:pathLst>
            </a:custGeom>
            <a:solidFill>
              <a:srgbClr val="000000"/>
            </a:solidFill>
          </p:spPr>
        </p:sp>
        <p:sp>
          <p:nvSpPr>
            <p:cNvPr id="16" name="Freeform 16"/>
            <p:cNvSpPr/>
            <p:nvPr/>
          </p:nvSpPr>
          <p:spPr>
            <a:xfrm>
              <a:off x="9136887" y="2665476"/>
              <a:ext cx="153289" cy="116459"/>
            </a:xfrm>
            <a:custGeom>
              <a:avLst/>
              <a:gdLst/>
              <a:ahLst/>
              <a:cxnLst/>
              <a:rect l="l" t="t" r="r" b="b"/>
              <a:pathLst>
                <a:path w="153289" h="116459">
                  <a:moveTo>
                    <a:pt x="89282" y="110998"/>
                  </a:moveTo>
                  <a:cubicBezTo>
                    <a:pt x="80900" y="116459"/>
                    <a:pt x="72518" y="116459"/>
                    <a:pt x="64136" y="110998"/>
                  </a:cubicBezTo>
                  <a:lnTo>
                    <a:pt x="4319" y="30988"/>
                  </a:lnTo>
                  <a:cubicBezTo>
                    <a:pt x="1144" y="26797"/>
                    <a:pt x="0" y="22098"/>
                    <a:pt x="762" y="16891"/>
                  </a:cubicBezTo>
                  <a:cubicBezTo>
                    <a:pt x="1524" y="11684"/>
                    <a:pt x="3937" y="7493"/>
                    <a:pt x="8128" y="4318"/>
                  </a:cubicBezTo>
                  <a:cubicBezTo>
                    <a:pt x="12320" y="1143"/>
                    <a:pt x="17019" y="0"/>
                    <a:pt x="22225" y="762"/>
                  </a:cubicBezTo>
                  <a:cubicBezTo>
                    <a:pt x="27432" y="1524"/>
                    <a:pt x="31623" y="3937"/>
                    <a:pt x="34798" y="8128"/>
                  </a:cubicBezTo>
                  <a:lnTo>
                    <a:pt x="69088" y="53848"/>
                  </a:lnTo>
                  <a:cubicBezTo>
                    <a:pt x="74169" y="58420"/>
                    <a:pt x="79248" y="58420"/>
                    <a:pt x="84328" y="53848"/>
                  </a:cubicBezTo>
                  <a:lnTo>
                    <a:pt x="118619" y="8128"/>
                  </a:lnTo>
                  <a:cubicBezTo>
                    <a:pt x="121794" y="3937"/>
                    <a:pt x="125985" y="1397"/>
                    <a:pt x="131191" y="762"/>
                  </a:cubicBezTo>
                  <a:cubicBezTo>
                    <a:pt x="136398" y="127"/>
                    <a:pt x="141098" y="1270"/>
                    <a:pt x="145288" y="4318"/>
                  </a:cubicBezTo>
                  <a:cubicBezTo>
                    <a:pt x="149479" y="7366"/>
                    <a:pt x="152020" y="11684"/>
                    <a:pt x="152655" y="16891"/>
                  </a:cubicBezTo>
                  <a:cubicBezTo>
                    <a:pt x="153289" y="22098"/>
                    <a:pt x="152147" y="26797"/>
                    <a:pt x="149098" y="30988"/>
                  </a:cubicBezTo>
                  <a:lnTo>
                    <a:pt x="89281" y="110998"/>
                  </a:lnTo>
                  <a:close/>
                </a:path>
              </a:pathLst>
            </a:custGeom>
            <a:solidFill>
              <a:srgbClr val="000000"/>
            </a:solidFill>
          </p:spPr>
        </p:sp>
        <p:sp>
          <p:nvSpPr>
            <p:cNvPr id="17" name="Freeform 17"/>
            <p:cNvSpPr/>
            <p:nvPr/>
          </p:nvSpPr>
          <p:spPr>
            <a:xfrm>
              <a:off x="9194546" y="1037336"/>
              <a:ext cx="38100" cy="1704848"/>
            </a:xfrm>
            <a:custGeom>
              <a:avLst/>
              <a:gdLst/>
              <a:ahLst/>
              <a:cxnLst/>
              <a:rect l="l" t="t" r="r" b="b"/>
              <a:pathLst>
                <a:path w="38100" h="1704848">
                  <a:moveTo>
                    <a:pt x="38100" y="0"/>
                  </a:moveTo>
                  <a:lnTo>
                    <a:pt x="38100" y="1704848"/>
                  </a:lnTo>
                  <a:lnTo>
                    <a:pt x="0" y="1704848"/>
                  </a:lnTo>
                  <a:lnTo>
                    <a:pt x="0" y="0"/>
                  </a:lnTo>
                  <a:close/>
                </a:path>
              </a:pathLst>
            </a:custGeom>
            <a:solidFill>
              <a:srgbClr val="000000"/>
            </a:solidFill>
          </p:spPr>
        </p:sp>
        <p:sp>
          <p:nvSpPr>
            <p:cNvPr id="18" name="Freeform 18"/>
            <p:cNvSpPr/>
            <p:nvPr/>
          </p:nvSpPr>
          <p:spPr>
            <a:xfrm>
              <a:off x="13579222" y="2665476"/>
              <a:ext cx="153284" cy="116459"/>
            </a:xfrm>
            <a:custGeom>
              <a:avLst/>
              <a:gdLst/>
              <a:ahLst/>
              <a:cxnLst/>
              <a:rect l="l" t="t" r="r" b="b"/>
              <a:pathLst>
                <a:path w="153284" h="116459">
                  <a:moveTo>
                    <a:pt x="89280" y="110998"/>
                  </a:moveTo>
                  <a:cubicBezTo>
                    <a:pt x="80898" y="116459"/>
                    <a:pt x="72517" y="116459"/>
                    <a:pt x="64134" y="110998"/>
                  </a:cubicBezTo>
                  <a:lnTo>
                    <a:pt x="4318" y="30988"/>
                  </a:lnTo>
                  <a:cubicBezTo>
                    <a:pt x="1143" y="26797"/>
                    <a:pt x="0" y="22098"/>
                    <a:pt x="761" y="16891"/>
                  </a:cubicBezTo>
                  <a:cubicBezTo>
                    <a:pt x="1523" y="11684"/>
                    <a:pt x="3936" y="7493"/>
                    <a:pt x="8127" y="4318"/>
                  </a:cubicBezTo>
                  <a:cubicBezTo>
                    <a:pt x="12317" y="1143"/>
                    <a:pt x="17016" y="0"/>
                    <a:pt x="22224" y="762"/>
                  </a:cubicBezTo>
                  <a:cubicBezTo>
                    <a:pt x="27431" y="1524"/>
                    <a:pt x="31622" y="3937"/>
                    <a:pt x="34797" y="8128"/>
                  </a:cubicBezTo>
                  <a:lnTo>
                    <a:pt x="69086" y="53848"/>
                  </a:lnTo>
                  <a:cubicBezTo>
                    <a:pt x="74166" y="58420"/>
                    <a:pt x="79247" y="58420"/>
                    <a:pt x="84325" y="53848"/>
                  </a:cubicBezTo>
                  <a:lnTo>
                    <a:pt x="118615" y="8128"/>
                  </a:lnTo>
                  <a:cubicBezTo>
                    <a:pt x="121790" y="3937"/>
                    <a:pt x="125980" y="1397"/>
                    <a:pt x="131188" y="762"/>
                  </a:cubicBezTo>
                  <a:cubicBezTo>
                    <a:pt x="136395" y="127"/>
                    <a:pt x="141094" y="1270"/>
                    <a:pt x="145284" y="4318"/>
                  </a:cubicBezTo>
                  <a:cubicBezTo>
                    <a:pt x="149475" y="7366"/>
                    <a:pt x="152016" y="11684"/>
                    <a:pt x="152650" y="16891"/>
                  </a:cubicBezTo>
                  <a:cubicBezTo>
                    <a:pt x="153284" y="22098"/>
                    <a:pt x="152141" y="26797"/>
                    <a:pt x="149094" y="30988"/>
                  </a:cubicBezTo>
                  <a:lnTo>
                    <a:pt x="89277" y="110998"/>
                  </a:lnTo>
                  <a:close/>
                </a:path>
              </a:pathLst>
            </a:custGeom>
            <a:solidFill>
              <a:srgbClr val="000000"/>
            </a:solidFill>
          </p:spPr>
        </p:sp>
        <p:sp>
          <p:nvSpPr>
            <p:cNvPr id="19" name="Freeform 19"/>
            <p:cNvSpPr/>
            <p:nvPr/>
          </p:nvSpPr>
          <p:spPr>
            <a:xfrm>
              <a:off x="13636879" y="1037336"/>
              <a:ext cx="38100" cy="1704848"/>
            </a:xfrm>
            <a:custGeom>
              <a:avLst/>
              <a:gdLst/>
              <a:ahLst/>
              <a:cxnLst/>
              <a:rect l="l" t="t" r="r" b="b"/>
              <a:pathLst>
                <a:path w="38100" h="1704848">
                  <a:moveTo>
                    <a:pt x="38100" y="0"/>
                  </a:moveTo>
                  <a:lnTo>
                    <a:pt x="38100" y="1704848"/>
                  </a:lnTo>
                  <a:lnTo>
                    <a:pt x="0" y="1704848"/>
                  </a:lnTo>
                  <a:lnTo>
                    <a:pt x="0" y="0"/>
                  </a:lnTo>
                  <a:close/>
                </a:path>
              </a:pathLst>
            </a:custGeom>
            <a:solidFill>
              <a:srgbClr val="000000"/>
            </a:solidFill>
          </p:spPr>
        </p:sp>
      </p:grpSp>
      <p:grpSp>
        <p:nvGrpSpPr>
          <p:cNvPr id="20" name="Group 20"/>
          <p:cNvGrpSpPr>
            <a:grpSpLocks noChangeAspect="1"/>
          </p:cNvGrpSpPr>
          <p:nvPr/>
        </p:nvGrpSpPr>
        <p:grpSpPr>
          <a:xfrm>
            <a:off x="15451036" y="-76200"/>
            <a:ext cx="2913164" cy="3469624"/>
            <a:chOff x="0" y="0"/>
            <a:chExt cx="2913164" cy="3469627"/>
          </a:xfrm>
        </p:grpSpPr>
        <p:sp>
          <p:nvSpPr>
            <p:cNvPr id="21" name="Freeform 21"/>
            <p:cNvSpPr/>
            <p:nvPr/>
          </p:nvSpPr>
          <p:spPr>
            <a:xfrm>
              <a:off x="903605" y="76200"/>
              <a:ext cx="1933448" cy="2314448"/>
            </a:xfrm>
            <a:custGeom>
              <a:avLst/>
              <a:gdLst/>
              <a:ahLst/>
              <a:cxnLst/>
              <a:rect l="l" t="t" r="r" b="b"/>
              <a:pathLst>
                <a:path w="1933448" h="2314448">
                  <a:moveTo>
                    <a:pt x="0" y="0"/>
                  </a:moveTo>
                  <a:cubicBezTo>
                    <a:pt x="291211" y="1014476"/>
                    <a:pt x="997839" y="1853057"/>
                    <a:pt x="1933448" y="2314448"/>
                  </a:cubicBezTo>
                  <a:lnTo>
                    <a:pt x="1933448" y="0"/>
                  </a:lnTo>
                  <a:close/>
                </a:path>
              </a:pathLst>
            </a:custGeom>
            <a:solidFill>
              <a:srgbClr val="4D6259"/>
            </a:solidFill>
          </p:spPr>
        </p:sp>
        <p:sp>
          <p:nvSpPr>
            <p:cNvPr id="22" name="Freeform 22"/>
            <p:cNvSpPr/>
            <p:nvPr/>
          </p:nvSpPr>
          <p:spPr>
            <a:xfrm>
              <a:off x="1331722" y="639191"/>
              <a:ext cx="872998" cy="847979"/>
            </a:xfrm>
            <a:custGeom>
              <a:avLst/>
              <a:gdLst/>
              <a:ahLst/>
              <a:cxnLst/>
              <a:rect l="l" t="t" r="r" b="b"/>
              <a:pathLst>
                <a:path w="872998" h="847979">
                  <a:moveTo>
                    <a:pt x="441198" y="254"/>
                  </a:moveTo>
                  <a:cubicBezTo>
                    <a:pt x="633095" y="254"/>
                    <a:pt x="798322" y="135890"/>
                    <a:pt x="835660" y="324231"/>
                  </a:cubicBezTo>
                  <a:cubicBezTo>
                    <a:pt x="872998" y="512572"/>
                    <a:pt x="772414" y="701167"/>
                    <a:pt x="595122" y="774573"/>
                  </a:cubicBezTo>
                  <a:cubicBezTo>
                    <a:pt x="417830" y="847979"/>
                    <a:pt x="213360" y="786003"/>
                    <a:pt x="106680" y="626364"/>
                  </a:cubicBezTo>
                  <a:cubicBezTo>
                    <a:pt x="0" y="466725"/>
                    <a:pt x="21082" y="253873"/>
                    <a:pt x="156718" y="118110"/>
                  </a:cubicBezTo>
                  <a:cubicBezTo>
                    <a:pt x="232029" y="42418"/>
                    <a:pt x="334391" y="0"/>
                    <a:pt x="441198" y="254"/>
                  </a:cubicBezTo>
                  <a:close/>
                  <a:moveTo>
                    <a:pt x="441198" y="793369"/>
                  </a:moveTo>
                  <a:cubicBezTo>
                    <a:pt x="656463" y="793369"/>
                    <a:pt x="831596" y="618109"/>
                    <a:pt x="831596" y="402717"/>
                  </a:cubicBezTo>
                  <a:cubicBezTo>
                    <a:pt x="831596" y="187325"/>
                    <a:pt x="656590" y="12065"/>
                    <a:pt x="441198" y="12065"/>
                  </a:cubicBezTo>
                  <a:cubicBezTo>
                    <a:pt x="225806" y="12065"/>
                    <a:pt x="50800" y="187325"/>
                    <a:pt x="50800" y="402717"/>
                  </a:cubicBezTo>
                  <a:cubicBezTo>
                    <a:pt x="50800" y="618109"/>
                    <a:pt x="225933" y="793369"/>
                    <a:pt x="441198" y="793369"/>
                  </a:cubicBezTo>
                  <a:close/>
                </a:path>
              </a:pathLst>
            </a:custGeom>
            <a:solidFill>
              <a:srgbClr val="879282"/>
            </a:solidFill>
          </p:spPr>
        </p:sp>
        <p:sp>
          <p:nvSpPr>
            <p:cNvPr id="23" name="Freeform 23"/>
            <p:cNvSpPr/>
            <p:nvPr/>
          </p:nvSpPr>
          <p:spPr>
            <a:xfrm>
              <a:off x="1096010" y="761111"/>
              <a:ext cx="561340" cy="561594"/>
            </a:xfrm>
            <a:custGeom>
              <a:avLst/>
              <a:gdLst/>
              <a:ahLst/>
              <a:cxnLst/>
              <a:rect l="l" t="t" r="r" b="b"/>
              <a:pathLst>
                <a:path w="561340" h="561594">
                  <a:moveTo>
                    <a:pt x="280670" y="0"/>
                  </a:moveTo>
                  <a:cubicBezTo>
                    <a:pt x="435356" y="0"/>
                    <a:pt x="561340" y="125984"/>
                    <a:pt x="561340" y="280797"/>
                  </a:cubicBezTo>
                  <a:cubicBezTo>
                    <a:pt x="561340" y="435610"/>
                    <a:pt x="435483" y="561594"/>
                    <a:pt x="280670" y="561594"/>
                  </a:cubicBezTo>
                  <a:cubicBezTo>
                    <a:pt x="125857" y="561594"/>
                    <a:pt x="0" y="435610"/>
                    <a:pt x="0" y="280797"/>
                  </a:cubicBezTo>
                  <a:cubicBezTo>
                    <a:pt x="0" y="125984"/>
                    <a:pt x="125857" y="0"/>
                    <a:pt x="280670" y="0"/>
                  </a:cubicBezTo>
                  <a:close/>
                  <a:moveTo>
                    <a:pt x="280670" y="553466"/>
                  </a:moveTo>
                  <a:cubicBezTo>
                    <a:pt x="430911" y="553466"/>
                    <a:pt x="553085" y="431165"/>
                    <a:pt x="553085" y="280924"/>
                  </a:cubicBezTo>
                  <a:cubicBezTo>
                    <a:pt x="553085" y="130683"/>
                    <a:pt x="430911" y="8382"/>
                    <a:pt x="280670" y="8382"/>
                  </a:cubicBezTo>
                  <a:cubicBezTo>
                    <a:pt x="130429" y="8382"/>
                    <a:pt x="8255" y="130683"/>
                    <a:pt x="8255" y="280924"/>
                  </a:cubicBezTo>
                  <a:cubicBezTo>
                    <a:pt x="8255" y="431165"/>
                    <a:pt x="130429" y="553466"/>
                    <a:pt x="280670" y="553466"/>
                  </a:cubicBezTo>
                  <a:lnTo>
                    <a:pt x="280670" y="553466"/>
                  </a:lnTo>
                  <a:close/>
                </a:path>
              </a:pathLst>
            </a:custGeom>
            <a:solidFill>
              <a:srgbClr val="879282"/>
            </a:solidFill>
          </p:spPr>
        </p:sp>
        <p:sp>
          <p:nvSpPr>
            <p:cNvPr id="24" name="Freeform 24"/>
            <p:cNvSpPr/>
            <p:nvPr/>
          </p:nvSpPr>
          <p:spPr>
            <a:xfrm>
              <a:off x="63500" y="1002157"/>
              <a:ext cx="1694688" cy="12827"/>
            </a:xfrm>
            <a:custGeom>
              <a:avLst/>
              <a:gdLst/>
              <a:ahLst/>
              <a:cxnLst/>
              <a:rect l="l" t="t" r="r" b="b"/>
              <a:pathLst>
                <a:path w="1694688" h="12827">
                  <a:moveTo>
                    <a:pt x="1694688" y="6477"/>
                  </a:moveTo>
                  <a:cubicBezTo>
                    <a:pt x="1553464" y="9144"/>
                    <a:pt x="1412240" y="10541"/>
                    <a:pt x="1271016" y="11430"/>
                  </a:cubicBezTo>
                  <a:cubicBezTo>
                    <a:pt x="1200404" y="12065"/>
                    <a:pt x="1129792" y="12192"/>
                    <a:pt x="1059180" y="12446"/>
                  </a:cubicBezTo>
                  <a:lnTo>
                    <a:pt x="847344" y="12827"/>
                  </a:lnTo>
                  <a:lnTo>
                    <a:pt x="635508" y="12446"/>
                  </a:lnTo>
                  <a:lnTo>
                    <a:pt x="529590" y="11938"/>
                  </a:lnTo>
                  <a:lnTo>
                    <a:pt x="476631" y="11684"/>
                  </a:lnTo>
                  <a:lnTo>
                    <a:pt x="423672" y="11303"/>
                  </a:lnTo>
                  <a:cubicBezTo>
                    <a:pt x="282448" y="10414"/>
                    <a:pt x="141224" y="9017"/>
                    <a:pt x="0" y="6350"/>
                  </a:cubicBezTo>
                  <a:cubicBezTo>
                    <a:pt x="141224" y="3683"/>
                    <a:pt x="282448" y="2286"/>
                    <a:pt x="423672" y="1397"/>
                  </a:cubicBezTo>
                  <a:lnTo>
                    <a:pt x="476631" y="1143"/>
                  </a:lnTo>
                  <a:lnTo>
                    <a:pt x="529590" y="889"/>
                  </a:lnTo>
                  <a:lnTo>
                    <a:pt x="635508" y="381"/>
                  </a:lnTo>
                  <a:lnTo>
                    <a:pt x="847344" y="0"/>
                  </a:lnTo>
                  <a:lnTo>
                    <a:pt x="1059180" y="381"/>
                  </a:lnTo>
                  <a:cubicBezTo>
                    <a:pt x="1129792" y="762"/>
                    <a:pt x="1200404" y="889"/>
                    <a:pt x="1271016" y="1397"/>
                  </a:cubicBezTo>
                  <a:cubicBezTo>
                    <a:pt x="1412240" y="2286"/>
                    <a:pt x="1553464" y="3810"/>
                    <a:pt x="1694688" y="6350"/>
                  </a:cubicBezTo>
                  <a:close/>
                </a:path>
              </a:pathLst>
            </a:custGeom>
            <a:solidFill>
              <a:srgbClr val="879282"/>
            </a:solidFill>
          </p:spPr>
        </p:sp>
        <p:sp>
          <p:nvSpPr>
            <p:cNvPr id="25" name="Freeform 25"/>
            <p:cNvSpPr/>
            <p:nvPr/>
          </p:nvSpPr>
          <p:spPr>
            <a:xfrm>
              <a:off x="1751838" y="1008507"/>
              <a:ext cx="12700" cy="433324"/>
            </a:xfrm>
            <a:custGeom>
              <a:avLst/>
              <a:gdLst/>
              <a:ahLst/>
              <a:cxnLst/>
              <a:rect l="l" t="t" r="r" b="b"/>
              <a:pathLst>
                <a:path w="12700" h="433324">
                  <a:moveTo>
                    <a:pt x="6350" y="433324"/>
                  </a:moveTo>
                  <a:cubicBezTo>
                    <a:pt x="3683" y="397256"/>
                    <a:pt x="2286" y="361061"/>
                    <a:pt x="1397" y="324993"/>
                  </a:cubicBezTo>
                  <a:cubicBezTo>
                    <a:pt x="508" y="288925"/>
                    <a:pt x="0" y="252857"/>
                    <a:pt x="0" y="216662"/>
                  </a:cubicBezTo>
                  <a:cubicBezTo>
                    <a:pt x="0" y="180467"/>
                    <a:pt x="381" y="144526"/>
                    <a:pt x="1397" y="108331"/>
                  </a:cubicBezTo>
                  <a:cubicBezTo>
                    <a:pt x="2413" y="72136"/>
                    <a:pt x="3683" y="36068"/>
                    <a:pt x="6350" y="0"/>
                  </a:cubicBezTo>
                  <a:cubicBezTo>
                    <a:pt x="9017" y="36068"/>
                    <a:pt x="10414" y="72263"/>
                    <a:pt x="11303" y="108331"/>
                  </a:cubicBezTo>
                  <a:cubicBezTo>
                    <a:pt x="12192" y="144399"/>
                    <a:pt x="12700" y="180467"/>
                    <a:pt x="12700" y="216662"/>
                  </a:cubicBezTo>
                  <a:cubicBezTo>
                    <a:pt x="12700" y="252857"/>
                    <a:pt x="12192" y="288925"/>
                    <a:pt x="11303" y="324993"/>
                  </a:cubicBezTo>
                  <a:cubicBezTo>
                    <a:pt x="10414" y="361061"/>
                    <a:pt x="8890" y="397129"/>
                    <a:pt x="6223" y="433324"/>
                  </a:cubicBezTo>
                  <a:close/>
                </a:path>
              </a:pathLst>
            </a:custGeom>
            <a:solidFill>
              <a:srgbClr val="879282"/>
            </a:solidFill>
          </p:spPr>
        </p:sp>
        <p:sp>
          <p:nvSpPr>
            <p:cNvPr id="26" name="Freeform 26"/>
            <p:cNvSpPr/>
            <p:nvPr/>
          </p:nvSpPr>
          <p:spPr>
            <a:xfrm>
              <a:off x="1751711" y="1582166"/>
              <a:ext cx="12827" cy="1824101"/>
            </a:xfrm>
            <a:custGeom>
              <a:avLst/>
              <a:gdLst/>
              <a:ahLst/>
              <a:cxnLst/>
              <a:rect l="l" t="t" r="r" b="b"/>
              <a:pathLst>
                <a:path w="12827" h="1824101">
                  <a:moveTo>
                    <a:pt x="6477" y="0"/>
                  </a:moveTo>
                  <a:cubicBezTo>
                    <a:pt x="3810" y="152273"/>
                    <a:pt x="2413" y="304673"/>
                    <a:pt x="1524" y="456946"/>
                  </a:cubicBezTo>
                  <a:lnTo>
                    <a:pt x="1143" y="514096"/>
                  </a:lnTo>
                  <a:lnTo>
                    <a:pt x="889" y="571246"/>
                  </a:lnTo>
                  <a:lnTo>
                    <a:pt x="381" y="685419"/>
                  </a:lnTo>
                  <a:lnTo>
                    <a:pt x="0" y="913892"/>
                  </a:lnTo>
                  <a:lnTo>
                    <a:pt x="381" y="1142365"/>
                  </a:lnTo>
                  <a:cubicBezTo>
                    <a:pt x="762" y="1218565"/>
                    <a:pt x="889" y="1294638"/>
                    <a:pt x="1397" y="1370838"/>
                  </a:cubicBezTo>
                  <a:cubicBezTo>
                    <a:pt x="2286" y="1521968"/>
                    <a:pt x="3683" y="1672971"/>
                    <a:pt x="6350" y="1824101"/>
                  </a:cubicBezTo>
                  <a:lnTo>
                    <a:pt x="6477" y="1824101"/>
                  </a:lnTo>
                  <a:cubicBezTo>
                    <a:pt x="9144" y="1673098"/>
                    <a:pt x="10414" y="1521968"/>
                    <a:pt x="11430" y="1370838"/>
                  </a:cubicBezTo>
                  <a:cubicBezTo>
                    <a:pt x="12065" y="1294638"/>
                    <a:pt x="12192" y="1218565"/>
                    <a:pt x="12446" y="1142365"/>
                  </a:cubicBezTo>
                  <a:lnTo>
                    <a:pt x="12827" y="913892"/>
                  </a:lnTo>
                  <a:lnTo>
                    <a:pt x="12446" y="685419"/>
                  </a:lnTo>
                  <a:lnTo>
                    <a:pt x="11938" y="571246"/>
                  </a:lnTo>
                  <a:lnTo>
                    <a:pt x="11684" y="514096"/>
                  </a:lnTo>
                  <a:lnTo>
                    <a:pt x="11303" y="456946"/>
                  </a:lnTo>
                  <a:cubicBezTo>
                    <a:pt x="10414" y="304673"/>
                    <a:pt x="9017" y="152273"/>
                    <a:pt x="6350" y="0"/>
                  </a:cubicBezTo>
                  <a:close/>
                </a:path>
              </a:pathLst>
            </a:custGeom>
            <a:solidFill>
              <a:srgbClr val="879282"/>
            </a:solidFill>
          </p:spPr>
        </p:sp>
        <p:sp>
          <p:nvSpPr>
            <p:cNvPr id="27" name="Freeform 27"/>
            <p:cNvSpPr/>
            <p:nvPr/>
          </p:nvSpPr>
          <p:spPr>
            <a:xfrm>
              <a:off x="1765808" y="571500"/>
              <a:ext cx="506603" cy="940562"/>
            </a:xfrm>
            <a:custGeom>
              <a:avLst/>
              <a:gdLst/>
              <a:ahLst/>
              <a:cxnLst/>
              <a:rect l="l" t="t" r="r" b="b"/>
              <a:pathLst>
                <a:path w="506603" h="940562">
                  <a:moveTo>
                    <a:pt x="332232" y="137922"/>
                  </a:moveTo>
                  <a:cubicBezTo>
                    <a:pt x="244221" y="49530"/>
                    <a:pt x="124587" y="0"/>
                    <a:pt x="0" y="254"/>
                  </a:cubicBezTo>
                  <a:lnTo>
                    <a:pt x="0" y="13081"/>
                  </a:lnTo>
                  <a:cubicBezTo>
                    <a:pt x="251968" y="13081"/>
                    <a:pt x="457073" y="218186"/>
                    <a:pt x="457073" y="470408"/>
                  </a:cubicBezTo>
                  <a:cubicBezTo>
                    <a:pt x="457073" y="722630"/>
                    <a:pt x="252095" y="927735"/>
                    <a:pt x="0" y="927735"/>
                  </a:cubicBezTo>
                  <a:lnTo>
                    <a:pt x="0" y="940562"/>
                  </a:lnTo>
                  <a:cubicBezTo>
                    <a:pt x="189992" y="940562"/>
                    <a:pt x="361315" y="826008"/>
                    <a:pt x="433959" y="650367"/>
                  </a:cubicBezTo>
                  <a:cubicBezTo>
                    <a:pt x="506603" y="474726"/>
                    <a:pt x="466471" y="272542"/>
                    <a:pt x="332232" y="138049"/>
                  </a:cubicBezTo>
                  <a:close/>
                </a:path>
              </a:pathLst>
            </a:custGeom>
            <a:solidFill>
              <a:srgbClr val="879282"/>
            </a:solidFill>
          </p:spPr>
        </p:sp>
      </p:grpSp>
      <p:grpSp>
        <p:nvGrpSpPr>
          <p:cNvPr id="28" name="Group 28"/>
          <p:cNvGrpSpPr>
            <a:grpSpLocks noChangeAspect="1"/>
          </p:cNvGrpSpPr>
          <p:nvPr/>
        </p:nvGrpSpPr>
        <p:grpSpPr>
          <a:xfrm>
            <a:off x="278397" y="7239114"/>
            <a:ext cx="2214048" cy="2842165"/>
            <a:chOff x="0" y="0"/>
            <a:chExt cx="2214042" cy="2842158"/>
          </a:xfrm>
        </p:grpSpPr>
        <p:sp>
          <p:nvSpPr>
            <p:cNvPr id="29" name="Freeform 29"/>
            <p:cNvSpPr/>
            <p:nvPr/>
          </p:nvSpPr>
          <p:spPr>
            <a:xfrm>
              <a:off x="0" y="0"/>
              <a:ext cx="2213991" cy="2842133"/>
            </a:xfrm>
            <a:custGeom>
              <a:avLst/>
              <a:gdLst/>
              <a:ahLst/>
              <a:cxnLst/>
              <a:rect l="l" t="t" r="r" b="b"/>
              <a:pathLst>
                <a:path w="2213991" h="2842133">
                  <a:moveTo>
                    <a:pt x="0" y="2842133"/>
                  </a:moveTo>
                  <a:lnTo>
                    <a:pt x="2213991" y="2842133"/>
                  </a:lnTo>
                  <a:lnTo>
                    <a:pt x="2213991" y="0"/>
                  </a:lnTo>
                  <a:lnTo>
                    <a:pt x="0" y="0"/>
                  </a:lnTo>
                  <a:close/>
                </a:path>
              </a:pathLst>
            </a:custGeom>
            <a:solidFill>
              <a:srgbClr val="000000">
                <a:alpha val="0"/>
              </a:srgbClr>
            </a:solidFill>
          </p:spPr>
        </p:sp>
      </p:grpSp>
      <p:sp>
        <p:nvSpPr>
          <p:cNvPr id="30" name="TextBox 30"/>
          <p:cNvSpPr txBox="1"/>
          <p:nvPr/>
        </p:nvSpPr>
        <p:spPr>
          <a:xfrm>
            <a:off x="5496544" y="413947"/>
            <a:ext cx="7440825" cy="1027224"/>
          </a:xfrm>
          <a:prstGeom prst="rect">
            <a:avLst/>
          </a:prstGeom>
        </p:spPr>
        <p:txBody>
          <a:bodyPr lIns="0" tIns="0" rIns="0" bIns="0" rtlCol="0" anchor="t">
            <a:spAutoFit/>
          </a:bodyPr>
          <a:lstStyle/>
          <a:p>
            <a:pPr algn="l">
              <a:lnSpc>
                <a:spcPts val="8213"/>
              </a:lnSpc>
            </a:pPr>
            <a:r>
              <a:rPr lang="en-US" sz="5900">
                <a:solidFill>
                  <a:srgbClr val="4D6259"/>
                </a:solidFill>
                <a:latin typeface="CAT Neuzeit"/>
                <a:ea typeface="CAT Neuzeit"/>
                <a:cs typeface="CAT Neuzeit"/>
                <a:sym typeface="CAT Neuzeit"/>
              </a:rPr>
              <a:t>REGRESSION METRICS</a:t>
            </a:r>
          </a:p>
        </p:txBody>
      </p:sp>
      <p:sp>
        <p:nvSpPr>
          <p:cNvPr id="31" name="TextBox 31"/>
          <p:cNvSpPr txBox="1"/>
          <p:nvPr/>
        </p:nvSpPr>
        <p:spPr>
          <a:xfrm>
            <a:off x="5750766" y="1373715"/>
            <a:ext cx="121491" cy="924897"/>
          </a:xfrm>
          <a:prstGeom prst="rect">
            <a:avLst/>
          </a:prstGeom>
        </p:spPr>
        <p:txBody>
          <a:bodyPr lIns="0" tIns="0" rIns="0" bIns="0" rtlCol="0" anchor="t">
            <a:spAutoFit/>
          </a:bodyPr>
          <a:lstStyle/>
          <a:p>
            <a:pPr algn="l">
              <a:lnSpc>
                <a:spcPts val="7397"/>
              </a:lnSpc>
            </a:pPr>
            <a:r>
              <a:rPr lang="en-US" sz="4224">
                <a:solidFill>
                  <a:srgbClr val="4D6259"/>
                </a:solidFill>
                <a:latin typeface="Mukta Mahee"/>
                <a:ea typeface="Mukta Mahee"/>
                <a:cs typeface="Mukta Mahee"/>
                <a:sym typeface="Mukta Mahee"/>
              </a:rPr>
              <a:t> </a:t>
            </a:r>
          </a:p>
        </p:txBody>
      </p:sp>
      <p:sp>
        <p:nvSpPr>
          <p:cNvPr id="32" name="TextBox 32"/>
          <p:cNvSpPr txBox="1"/>
          <p:nvPr/>
        </p:nvSpPr>
        <p:spPr>
          <a:xfrm>
            <a:off x="777392" y="6005541"/>
            <a:ext cx="3432391" cy="1058247"/>
          </a:xfrm>
          <a:prstGeom prst="rect">
            <a:avLst/>
          </a:prstGeom>
        </p:spPr>
        <p:txBody>
          <a:bodyPr lIns="0" tIns="0" rIns="0" bIns="0" rtlCol="0" anchor="t">
            <a:spAutoFit/>
          </a:bodyPr>
          <a:lstStyle/>
          <a:p>
            <a:pPr algn="l">
              <a:lnSpc>
                <a:spcPts val="3751"/>
              </a:lnSpc>
            </a:pPr>
            <a:r>
              <a:rPr lang="en-US" sz="4224">
                <a:solidFill>
                  <a:srgbClr val="4D6259"/>
                </a:solidFill>
                <a:latin typeface="Mukta Mahee"/>
                <a:ea typeface="Mukta Mahee"/>
                <a:cs typeface="Mukta Mahee"/>
                <a:sym typeface="Mukta Mahee"/>
              </a:rPr>
              <a:t>Mean Absolute Error (MAE)</a:t>
            </a:r>
          </a:p>
        </p:txBody>
      </p:sp>
      <p:sp>
        <p:nvSpPr>
          <p:cNvPr id="33" name="TextBox 33"/>
          <p:cNvSpPr txBox="1"/>
          <p:nvPr/>
        </p:nvSpPr>
        <p:spPr>
          <a:xfrm>
            <a:off x="5143557" y="5925045"/>
            <a:ext cx="3305975" cy="1058247"/>
          </a:xfrm>
          <a:prstGeom prst="rect">
            <a:avLst/>
          </a:prstGeom>
        </p:spPr>
        <p:txBody>
          <a:bodyPr lIns="0" tIns="0" rIns="0" bIns="0" rtlCol="0" anchor="t">
            <a:spAutoFit/>
          </a:bodyPr>
          <a:lstStyle/>
          <a:p>
            <a:pPr algn="l">
              <a:lnSpc>
                <a:spcPts val="3751"/>
              </a:lnSpc>
            </a:pPr>
            <a:r>
              <a:rPr lang="en-US" sz="4224">
                <a:solidFill>
                  <a:srgbClr val="4D6259"/>
                </a:solidFill>
                <a:latin typeface="Mukta Mahee"/>
                <a:ea typeface="Mukta Mahee"/>
                <a:cs typeface="Mukta Mahee"/>
                <a:sym typeface="Mukta Mahee"/>
              </a:rPr>
              <a:t>Mean Squared Error (MSE)</a:t>
            </a:r>
          </a:p>
        </p:txBody>
      </p:sp>
      <p:sp>
        <p:nvSpPr>
          <p:cNvPr id="34" name="TextBox 34"/>
          <p:cNvSpPr txBox="1"/>
          <p:nvPr/>
        </p:nvSpPr>
        <p:spPr>
          <a:xfrm>
            <a:off x="10129895" y="5925045"/>
            <a:ext cx="2774042" cy="1534497"/>
          </a:xfrm>
          <a:prstGeom prst="rect">
            <a:avLst/>
          </a:prstGeom>
        </p:spPr>
        <p:txBody>
          <a:bodyPr lIns="0" tIns="0" rIns="0" bIns="0" rtlCol="0" anchor="t">
            <a:spAutoFit/>
          </a:bodyPr>
          <a:lstStyle/>
          <a:p>
            <a:pPr algn="l">
              <a:lnSpc>
                <a:spcPts val="3751"/>
              </a:lnSpc>
            </a:pPr>
            <a:r>
              <a:rPr lang="en-US" sz="4224">
                <a:solidFill>
                  <a:srgbClr val="4D6259"/>
                </a:solidFill>
                <a:latin typeface="Mukta Mahee"/>
                <a:ea typeface="Mukta Mahee"/>
                <a:cs typeface="Mukta Mahee"/>
                <a:sym typeface="Mukta Mahee"/>
              </a:rPr>
              <a:t>Root Mean Squared Error(RMSE)</a:t>
            </a:r>
          </a:p>
        </p:txBody>
      </p:sp>
      <p:sp>
        <p:nvSpPr>
          <p:cNvPr id="35" name="TextBox 35"/>
          <p:cNvSpPr txBox="1"/>
          <p:nvPr/>
        </p:nvSpPr>
        <p:spPr>
          <a:xfrm>
            <a:off x="3152375" y="1716615"/>
            <a:ext cx="12006796" cy="581997"/>
          </a:xfrm>
          <a:prstGeom prst="rect">
            <a:avLst/>
          </a:prstGeom>
        </p:spPr>
        <p:txBody>
          <a:bodyPr lIns="0" tIns="0" rIns="0" bIns="0" rtlCol="0" anchor="t">
            <a:spAutoFit/>
          </a:bodyPr>
          <a:lstStyle/>
          <a:p>
            <a:pPr algn="l">
              <a:lnSpc>
                <a:spcPts val="3751"/>
              </a:lnSpc>
            </a:pPr>
            <a:r>
              <a:rPr lang="en-US" sz="4224">
                <a:solidFill>
                  <a:srgbClr val="4D6259"/>
                </a:solidFill>
                <a:latin typeface="Mukta Mahee"/>
                <a:ea typeface="Mukta Mahee"/>
                <a:cs typeface="Mukta Mahee"/>
                <a:sym typeface="Mukta Mahee"/>
              </a:rPr>
              <a:t>To evaluatehowgoodaregressionmodel is, i.e, how</a:t>
            </a:r>
          </a:p>
        </p:txBody>
      </p:sp>
      <p:sp>
        <p:nvSpPr>
          <p:cNvPr id="36" name="TextBox 36"/>
          <p:cNvSpPr txBox="1"/>
          <p:nvPr/>
        </p:nvSpPr>
        <p:spPr>
          <a:xfrm>
            <a:off x="3152375" y="2192865"/>
            <a:ext cx="11400425" cy="581997"/>
          </a:xfrm>
          <a:prstGeom prst="rect">
            <a:avLst/>
          </a:prstGeom>
        </p:spPr>
        <p:txBody>
          <a:bodyPr lIns="0" tIns="0" rIns="0" bIns="0" rtlCol="0" anchor="t">
            <a:spAutoFit/>
          </a:bodyPr>
          <a:lstStyle/>
          <a:p>
            <a:pPr algn="l">
              <a:lnSpc>
                <a:spcPts val="3751"/>
              </a:lnSpc>
            </a:pPr>
            <a:r>
              <a:rPr lang="en-US" sz="4224">
                <a:solidFill>
                  <a:srgbClr val="4D6259"/>
                </a:solidFill>
                <a:latin typeface="Mukta Mahee"/>
                <a:ea typeface="Mukta Mahee"/>
                <a:cs typeface="Mukta Mahee"/>
                <a:sym typeface="Mukta Mahee"/>
              </a:rPr>
              <a:t>close the predicted values are to the actual values</a:t>
            </a:r>
          </a:p>
        </p:txBody>
      </p:sp>
      <p:sp>
        <p:nvSpPr>
          <p:cNvPr id="37" name="TextBox 37"/>
          <p:cNvSpPr txBox="1"/>
          <p:nvPr/>
        </p:nvSpPr>
        <p:spPr>
          <a:xfrm>
            <a:off x="14493335" y="5715495"/>
            <a:ext cx="2320376" cy="791547"/>
          </a:xfrm>
          <a:prstGeom prst="rect">
            <a:avLst/>
          </a:prstGeom>
        </p:spPr>
        <p:txBody>
          <a:bodyPr lIns="0" tIns="0" rIns="0" bIns="0" rtlCol="0" anchor="t">
            <a:spAutoFit/>
          </a:bodyPr>
          <a:lstStyle/>
          <a:p>
            <a:pPr algn="l">
              <a:lnSpc>
                <a:spcPts val="5914"/>
              </a:lnSpc>
            </a:pPr>
            <a:r>
              <a:rPr lang="en-US" sz="4224">
                <a:solidFill>
                  <a:srgbClr val="4D6259"/>
                </a:solidFill>
                <a:latin typeface="Mukta Mahee"/>
                <a:ea typeface="Mukta Mahee"/>
                <a:cs typeface="Mukta Mahee"/>
                <a:sym typeface="Mukta Mahee"/>
              </a:rPr>
              <a:t>R Squared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EEE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03892" y="146047"/>
            <a:ext cx="6272527" cy="5060947"/>
            <a:chOff x="0" y="0"/>
            <a:chExt cx="6272530" cy="5060950"/>
          </a:xfrm>
        </p:grpSpPr>
        <p:sp>
          <p:nvSpPr>
            <p:cNvPr id="3" name="Freeform 3"/>
            <p:cNvSpPr/>
            <p:nvPr/>
          </p:nvSpPr>
          <p:spPr>
            <a:xfrm>
              <a:off x="63500" y="82550"/>
              <a:ext cx="6145530" cy="4895850"/>
            </a:xfrm>
            <a:custGeom>
              <a:avLst/>
              <a:gdLst/>
              <a:ahLst/>
              <a:cxnLst/>
              <a:rect l="l" t="t" r="r" b="b"/>
              <a:pathLst>
                <a:path w="6145530" h="4895850">
                  <a:moveTo>
                    <a:pt x="19050" y="19050"/>
                  </a:moveTo>
                  <a:lnTo>
                    <a:pt x="19050" y="4876800"/>
                  </a:lnTo>
                  <a:moveTo>
                    <a:pt x="2007108" y="19050"/>
                  </a:moveTo>
                  <a:lnTo>
                    <a:pt x="2007108" y="4876800"/>
                  </a:lnTo>
                  <a:moveTo>
                    <a:pt x="3869309" y="19050"/>
                  </a:moveTo>
                  <a:lnTo>
                    <a:pt x="3869309" y="4876800"/>
                  </a:lnTo>
                  <a:moveTo>
                    <a:pt x="6126480" y="19050"/>
                  </a:moveTo>
                  <a:lnTo>
                    <a:pt x="6126480" y="4876800"/>
                  </a:lnTo>
                  <a:moveTo>
                    <a:pt x="0" y="0"/>
                  </a:moveTo>
                  <a:lnTo>
                    <a:pt x="6145530" y="0"/>
                  </a:lnTo>
                  <a:moveTo>
                    <a:pt x="0" y="1314450"/>
                  </a:moveTo>
                  <a:lnTo>
                    <a:pt x="6145530" y="1314450"/>
                  </a:lnTo>
                  <a:moveTo>
                    <a:pt x="0" y="2209800"/>
                  </a:moveTo>
                  <a:lnTo>
                    <a:pt x="6145530" y="2209800"/>
                  </a:lnTo>
                  <a:moveTo>
                    <a:pt x="0" y="3105150"/>
                  </a:moveTo>
                  <a:lnTo>
                    <a:pt x="6145530" y="3105150"/>
                  </a:lnTo>
                  <a:moveTo>
                    <a:pt x="0" y="4000500"/>
                  </a:moveTo>
                  <a:lnTo>
                    <a:pt x="6145530" y="4000500"/>
                  </a:lnTo>
                  <a:moveTo>
                    <a:pt x="0" y="4895850"/>
                  </a:moveTo>
                  <a:lnTo>
                    <a:pt x="6145530" y="4895850"/>
                  </a:lnTo>
                </a:path>
              </a:pathLst>
            </a:custGeom>
            <a:solidFill>
              <a:srgbClr val="000000"/>
            </a:solidFill>
          </p:spPr>
        </p:sp>
        <p:sp>
          <p:nvSpPr>
            <p:cNvPr id="4" name="Freeform 4"/>
            <p:cNvSpPr/>
            <p:nvPr/>
          </p:nvSpPr>
          <p:spPr>
            <a:xfrm>
              <a:off x="63500" y="63500"/>
              <a:ext cx="6145530" cy="4933950"/>
            </a:xfrm>
            <a:custGeom>
              <a:avLst/>
              <a:gdLst/>
              <a:ahLst/>
              <a:cxnLst/>
              <a:rect l="l" t="t" r="r" b="b"/>
              <a:pathLst>
                <a:path w="6145530" h="4933950">
                  <a:moveTo>
                    <a:pt x="38100" y="38100"/>
                  </a:moveTo>
                  <a:lnTo>
                    <a:pt x="38100" y="4895850"/>
                  </a:lnTo>
                  <a:lnTo>
                    <a:pt x="0" y="4895850"/>
                  </a:lnTo>
                  <a:lnTo>
                    <a:pt x="0" y="38100"/>
                  </a:lnTo>
                  <a:close/>
                  <a:moveTo>
                    <a:pt x="2026158" y="38100"/>
                  </a:moveTo>
                  <a:lnTo>
                    <a:pt x="2026158" y="4895850"/>
                  </a:lnTo>
                  <a:lnTo>
                    <a:pt x="1988058" y="4895850"/>
                  </a:lnTo>
                  <a:lnTo>
                    <a:pt x="1988058" y="38100"/>
                  </a:lnTo>
                  <a:close/>
                  <a:moveTo>
                    <a:pt x="3888359" y="38100"/>
                  </a:moveTo>
                  <a:lnTo>
                    <a:pt x="3888359" y="4895850"/>
                  </a:lnTo>
                  <a:lnTo>
                    <a:pt x="3850259" y="4895850"/>
                  </a:lnTo>
                  <a:lnTo>
                    <a:pt x="3850259" y="38100"/>
                  </a:lnTo>
                  <a:close/>
                  <a:moveTo>
                    <a:pt x="6145530" y="38100"/>
                  </a:moveTo>
                  <a:lnTo>
                    <a:pt x="6145530" y="4895850"/>
                  </a:lnTo>
                  <a:lnTo>
                    <a:pt x="6107430" y="4895850"/>
                  </a:lnTo>
                  <a:lnTo>
                    <a:pt x="6107430" y="38100"/>
                  </a:lnTo>
                  <a:close/>
                  <a:moveTo>
                    <a:pt x="0" y="0"/>
                  </a:moveTo>
                  <a:lnTo>
                    <a:pt x="6145530" y="0"/>
                  </a:lnTo>
                  <a:lnTo>
                    <a:pt x="6145530" y="38100"/>
                  </a:lnTo>
                  <a:lnTo>
                    <a:pt x="0" y="38100"/>
                  </a:lnTo>
                  <a:close/>
                  <a:moveTo>
                    <a:pt x="0" y="1314450"/>
                  </a:moveTo>
                  <a:lnTo>
                    <a:pt x="6145530" y="1314450"/>
                  </a:lnTo>
                  <a:lnTo>
                    <a:pt x="6145530" y="1352550"/>
                  </a:lnTo>
                  <a:lnTo>
                    <a:pt x="0" y="1352550"/>
                  </a:lnTo>
                  <a:close/>
                  <a:moveTo>
                    <a:pt x="0" y="2209800"/>
                  </a:moveTo>
                  <a:lnTo>
                    <a:pt x="6145530" y="2209800"/>
                  </a:lnTo>
                  <a:lnTo>
                    <a:pt x="6145530" y="2247900"/>
                  </a:lnTo>
                  <a:lnTo>
                    <a:pt x="0" y="2247900"/>
                  </a:lnTo>
                  <a:close/>
                  <a:moveTo>
                    <a:pt x="0" y="3105150"/>
                  </a:moveTo>
                  <a:lnTo>
                    <a:pt x="6145530" y="3105150"/>
                  </a:lnTo>
                  <a:lnTo>
                    <a:pt x="6145530" y="3143250"/>
                  </a:lnTo>
                  <a:lnTo>
                    <a:pt x="0" y="3143250"/>
                  </a:lnTo>
                  <a:close/>
                  <a:moveTo>
                    <a:pt x="0" y="4000500"/>
                  </a:moveTo>
                  <a:lnTo>
                    <a:pt x="6145530" y="4000500"/>
                  </a:lnTo>
                  <a:lnTo>
                    <a:pt x="6145530" y="4038600"/>
                  </a:lnTo>
                  <a:lnTo>
                    <a:pt x="0" y="4038600"/>
                  </a:lnTo>
                  <a:close/>
                  <a:moveTo>
                    <a:pt x="0" y="4895850"/>
                  </a:moveTo>
                  <a:lnTo>
                    <a:pt x="6145530" y="4895850"/>
                  </a:lnTo>
                  <a:lnTo>
                    <a:pt x="6145530" y="4933950"/>
                  </a:lnTo>
                  <a:lnTo>
                    <a:pt x="0" y="4933950"/>
                  </a:lnTo>
                  <a:close/>
                </a:path>
              </a:pathLst>
            </a:custGeom>
            <a:solidFill>
              <a:srgbClr val="000000"/>
            </a:solidFill>
          </p:spPr>
        </p:sp>
      </p:grpSp>
      <p:grpSp>
        <p:nvGrpSpPr>
          <p:cNvPr id="5" name="Group 5"/>
          <p:cNvGrpSpPr>
            <a:grpSpLocks noChangeAspect="1"/>
          </p:cNvGrpSpPr>
          <p:nvPr/>
        </p:nvGrpSpPr>
        <p:grpSpPr>
          <a:xfrm>
            <a:off x="-26222" y="6889861"/>
            <a:ext cx="2299030" cy="2963247"/>
            <a:chOff x="0" y="0"/>
            <a:chExt cx="2299030" cy="2963253"/>
          </a:xfrm>
        </p:grpSpPr>
        <p:sp>
          <p:nvSpPr>
            <p:cNvPr id="6" name="Freeform 6"/>
            <p:cNvSpPr/>
            <p:nvPr/>
          </p:nvSpPr>
          <p:spPr>
            <a:xfrm>
              <a:off x="123698" y="2027174"/>
              <a:ext cx="804418" cy="804926"/>
            </a:xfrm>
            <a:custGeom>
              <a:avLst/>
              <a:gdLst/>
              <a:ahLst/>
              <a:cxnLst/>
              <a:rect l="l" t="t" r="r" b="b"/>
              <a:pathLst>
                <a:path w="804418" h="804926">
                  <a:moveTo>
                    <a:pt x="402336" y="804926"/>
                  </a:moveTo>
                  <a:cubicBezTo>
                    <a:pt x="394716" y="804926"/>
                    <a:pt x="386969" y="804672"/>
                    <a:pt x="379349" y="804291"/>
                  </a:cubicBezTo>
                  <a:cubicBezTo>
                    <a:pt x="371729" y="803910"/>
                    <a:pt x="363982" y="803148"/>
                    <a:pt x="356362" y="802259"/>
                  </a:cubicBezTo>
                  <a:cubicBezTo>
                    <a:pt x="348742" y="801370"/>
                    <a:pt x="341122" y="800227"/>
                    <a:pt x="333502" y="798957"/>
                  </a:cubicBezTo>
                  <a:cubicBezTo>
                    <a:pt x="325882" y="797687"/>
                    <a:pt x="318389" y="796163"/>
                    <a:pt x="310896" y="794385"/>
                  </a:cubicBezTo>
                  <a:cubicBezTo>
                    <a:pt x="303403" y="792607"/>
                    <a:pt x="296037" y="790702"/>
                    <a:pt x="288671" y="788543"/>
                  </a:cubicBezTo>
                  <a:cubicBezTo>
                    <a:pt x="281305" y="786384"/>
                    <a:pt x="274066" y="783971"/>
                    <a:pt x="266827" y="781431"/>
                  </a:cubicBezTo>
                  <a:cubicBezTo>
                    <a:pt x="259588" y="778891"/>
                    <a:pt x="252476" y="776097"/>
                    <a:pt x="245364" y="773049"/>
                  </a:cubicBezTo>
                  <a:cubicBezTo>
                    <a:pt x="238252" y="770001"/>
                    <a:pt x="231267" y="766826"/>
                    <a:pt x="224409" y="763397"/>
                  </a:cubicBezTo>
                  <a:cubicBezTo>
                    <a:pt x="217551" y="759968"/>
                    <a:pt x="210693" y="756412"/>
                    <a:pt x="204089" y="752602"/>
                  </a:cubicBezTo>
                  <a:cubicBezTo>
                    <a:pt x="197485" y="748792"/>
                    <a:pt x="190881" y="744855"/>
                    <a:pt x="184404" y="740664"/>
                  </a:cubicBezTo>
                  <a:cubicBezTo>
                    <a:pt x="177927" y="736473"/>
                    <a:pt x="171577" y="732155"/>
                    <a:pt x="165354" y="727583"/>
                  </a:cubicBezTo>
                  <a:cubicBezTo>
                    <a:pt x="159131" y="723011"/>
                    <a:pt x="153035" y="718312"/>
                    <a:pt x="147193" y="713486"/>
                  </a:cubicBezTo>
                  <a:cubicBezTo>
                    <a:pt x="141351" y="708660"/>
                    <a:pt x="135509" y="703580"/>
                    <a:pt x="129794" y="698373"/>
                  </a:cubicBezTo>
                  <a:cubicBezTo>
                    <a:pt x="124079" y="693166"/>
                    <a:pt x="118618" y="687832"/>
                    <a:pt x="113284" y="682244"/>
                  </a:cubicBezTo>
                  <a:cubicBezTo>
                    <a:pt x="107950" y="676656"/>
                    <a:pt x="102743" y="671068"/>
                    <a:pt x="97790" y="665226"/>
                  </a:cubicBezTo>
                  <a:cubicBezTo>
                    <a:pt x="92837" y="659384"/>
                    <a:pt x="87884" y="653415"/>
                    <a:pt x="83312" y="647319"/>
                  </a:cubicBezTo>
                  <a:cubicBezTo>
                    <a:pt x="78740" y="641223"/>
                    <a:pt x="74168" y="635000"/>
                    <a:pt x="69850" y="628650"/>
                  </a:cubicBezTo>
                  <a:cubicBezTo>
                    <a:pt x="65532" y="622300"/>
                    <a:pt x="61341" y="615823"/>
                    <a:pt x="57404" y="609219"/>
                  </a:cubicBezTo>
                  <a:cubicBezTo>
                    <a:pt x="53467" y="602615"/>
                    <a:pt x="49657" y="595884"/>
                    <a:pt x="46101" y="589153"/>
                  </a:cubicBezTo>
                  <a:cubicBezTo>
                    <a:pt x="42545" y="582422"/>
                    <a:pt x="39116" y="575437"/>
                    <a:pt x="35941" y="568452"/>
                  </a:cubicBezTo>
                  <a:cubicBezTo>
                    <a:pt x="32766" y="561467"/>
                    <a:pt x="29845" y="554355"/>
                    <a:pt x="27051" y="547243"/>
                  </a:cubicBezTo>
                  <a:cubicBezTo>
                    <a:pt x="24257" y="540131"/>
                    <a:pt x="21717" y="532892"/>
                    <a:pt x="19431" y="525526"/>
                  </a:cubicBezTo>
                  <a:cubicBezTo>
                    <a:pt x="17145" y="518160"/>
                    <a:pt x="14986" y="510794"/>
                    <a:pt x="12954" y="503428"/>
                  </a:cubicBezTo>
                  <a:cubicBezTo>
                    <a:pt x="10922" y="496062"/>
                    <a:pt x="9271" y="488569"/>
                    <a:pt x="7874" y="480948"/>
                  </a:cubicBezTo>
                  <a:cubicBezTo>
                    <a:pt x="6477" y="473328"/>
                    <a:pt x="5080" y="465835"/>
                    <a:pt x="4064" y="458216"/>
                  </a:cubicBezTo>
                  <a:cubicBezTo>
                    <a:pt x="3048" y="450596"/>
                    <a:pt x="2159" y="442976"/>
                    <a:pt x="1524" y="435356"/>
                  </a:cubicBezTo>
                  <a:cubicBezTo>
                    <a:pt x="889" y="427735"/>
                    <a:pt x="508" y="419988"/>
                    <a:pt x="254" y="412369"/>
                  </a:cubicBezTo>
                  <a:cubicBezTo>
                    <a:pt x="0" y="404749"/>
                    <a:pt x="127" y="397001"/>
                    <a:pt x="381" y="389382"/>
                  </a:cubicBezTo>
                  <a:cubicBezTo>
                    <a:pt x="635" y="381762"/>
                    <a:pt x="1143" y="374015"/>
                    <a:pt x="1778" y="366395"/>
                  </a:cubicBezTo>
                  <a:cubicBezTo>
                    <a:pt x="2413" y="358775"/>
                    <a:pt x="3429" y="351155"/>
                    <a:pt x="4445" y="343535"/>
                  </a:cubicBezTo>
                  <a:cubicBezTo>
                    <a:pt x="5461" y="335915"/>
                    <a:pt x="6858" y="328422"/>
                    <a:pt x="8509" y="320802"/>
                  </a:cubicBezTo>
                  <a:cubicBezTo>
                    <a:pt x="10160" y="313182"/>
                    <a:pt x="11811" y="305816"/>
                    <a:pt x="13843" y="298450"/>
                  </a:cubicBezTo>
                  <a:cubicBezTo>
                    <a:pt x="15875" y="291084"/>
                    <a:pt x="18034" y="283718"/>
                    <a:pt x="20447" y="276352"/>
                  </a:cubicBezTo>
                  <a:cubicBezTo>
                    <a:pt x="22860" y="268986"/>
                    <a:pt x="25527" y="261874"/>
                    <a:pt x="28321" y="254635"/>
                  </a:cubicBezTo>
                  <a:cubicBezTo>
                    <a:pt x="31115" y="247395"/>
                    <a:pt x="34163" y="240411"/>
                    <a:pt x="37338" y="233426"/>
                  </a:cubicBezTo>
                  <a:cubicBezTo>
                    <a:pt x="40513" y="226441"/>
                    <a:pt x="43942" y="219583"/>
                    <a:pt x="47625" y="212852"/>
                  </a:cubicBezTo>
                  <a:cubicBezTo>
                    <a:pt x="51308" y="206121"/>
                    <a:pt x="55118" y="199390"/>
                    <a:pt x="59055" y="192913"/>
                  </a:cubicBezTo>
                  <a:cubicBezTo>
                    <a:pt x="62992" y="186435"/>
                    <a:pt x="67183" y="179959"/>
                    <a:pt x="71628" y="173609"/>
                  </a:cubicBezTo>
                  <a:cubicBezTo>
                    <a:pt x="76073" y="167259"/>
                    <a:pt x="80518" y="161163"/>
                    <a:pt x="85217" y="155066"/>
                  </a:cubicBezTo>
                  <a:cubicBezTo>
                    <a:pt x="89916" y="148970"/>
                    <a:pt x="94869" y="143128"/>
                    <a:pt x="99949" y="137287"/>
                  </a:cubicBezTo>
                  <a:cubicBezTo>
                    <a:pt x="105029" y="131445"/>
                    <a:pt x="110236" y="125857"/>
                    <a:pt x="115570" y="120395"/>
                  </a:cubicBezTo>
                  <a:cubicBezTo>
                    <a:pt x="120904" y="114934"/>
                    <a:pt x="126492" y="109600"/>
                    <a:pt x="132207" y="104394"/>
                  </a:cubicBezTo>
                  <a:cubicBezTo>
                    <a:pt x="137922" y="99187"/>
                    <a:pt x="143764" y="94234"/>
                    <a:pt x="149733" y="89408"/>
                  </a:cubicBezTo>
                  <a:cubicBezTo>
                    <a:pt x="155702" y="84582"/>
                    <a:pt x="161798" y="79883"/>
                    <a:pt x="168021" y="75438"/>
                  </a:cubicBezTo>
                  <a:cubicBezTo>
                    <a:pt x="174244" y="70993"/>
                    <a:pt x="180594" y="66675"/>
                    <a:pt x="187071" y="62611"/>
                  </a:cubicBezTo>
                  <a:cubicBezTo>
                    <a:pt x="193548" y="58547"/>
                    <a:pt x="200152" y="54610"/>
                    <a:pt x="206883" y="50800"/>
                  </a:cubicBezTo>
                  <a:cubicBezTo>
                    <a:pt x="213614" y="46990"/>
                    <a:pt x="220472" y="43561"/>
                    <a:pt x="227330" y="40132"/>
                  </a:cubicBezTo>
                  <a:cubicBezTo>
                    <a:pt x="234188" y="36703"/>
                    <a:pt x="241300" y="33655"/>
                    <a:pt x="248285" y="30734"/>
                  </a:cubicBezTo>
                  <a:cubicBezTo>
                    <a:pt x="255270" y="27813"/>
                    <a:pt x="262509" y="25019"/>
                    <a:pt x="269748" y="22479"/>
                  </a:cubicBezTo>
                  <a:cubicBezTo>
                    <a:pt x="276987" y="19939"/>
                    <a:pt x="284353" y="17653"/>
                    <a:pt x="291719" y="15494"/>
                  </a:cubicBezTo>
                  <a:cubicBezTo>
                    <a:pt x="299085" y="13335"/>
                    <a:pt x="306578" y="11430"/>
                    <a:pt x="314071" y="9779"/>
                  </a:cubicBezTo>
                  <a:cubicBezTo>
                    <a:pt x="321564" y="8128"/>
                    <a:pt x="329057" y="6604"/>
                    <a:pt x="336677" y="5334"/>
                  </a:cubicBezTo>
                  <a:cubicBezTo>
                    <a:pt x="344297" y="4064"/>
                    <a:pt x="351917" y="3048"/>
                    <a:pt x="359537" y="2286"/>
                  </a:cubicBezTo>
                  <a:cubicBezTo>
                    <a:pt x="367157" y="1523"/>
                    <a:pt x="374777" y="889"/>
                    <a:pt x="382524" y="508"/>
                  </a:cubicBezTo>
                  <a:cubicBezTo>
                    <a:pt x="390271" y="127"/>
                    <a:pt x="397891" y="0"/>
                    <a:pt x="405511" y="0"/>
                  </a:cubicBezTo>
                  <a:cubicBezTo>
                    <a:pt x="413131" y="0"/>
                    <a:pt x="420878" y="381"/>
                    <a:pt x="428498" y="889"/>
                  </a:cubicBezTo>
                  <a:cubicBezTo>
                    <a:pt x="436118" y="1397"/>
                    <a:pt x="443865" y="2159"/>
                    <a:pt x="451485" y="3048"/>
                  </a:cubicBezTo>
                  <a:cubicBezTo>
                    <a:pt x="459105" y="3937"/>
                    <a:pt x="466725" y="5207"/>
                    <a:pt x="474218" y="6477"/>
                  </a:cubicBezTo>
                  <a:cubicBezTo>
                    <a:pt x="481711" y="7747"/>
                    <a:pt x="489331" y="9398"/>
                    <a:pt x="496697" y="11303"/>
                  </a:cubicBezTo>
                  <a:cubicBezTo>
                    <a:pt x="504063" y="13208"/>
                    <a:pt x="511556" y="15113"/>
                    <a:pt x="518922" y="17399"/>
                  </a:cubicBezTo>
                  <a:cubicBezTo>
                    <a:pt x="526288" y="19685"/>
                    <a:pt x="533527" y="22098"/>
                    <a:pt x="540766" y="24765"/>
                  </a:cubicBezTo>
                  <a:cubicBezTo>
                    <a:pt x="548005" y="27432"/>
                    <a:pt x="555117" y="30226"/>
                    <a:pt x="562102" y="33274"/>
                  </a:cubicBezTo>
                  <a:cubicBezTo>
                    <a:pt x="569087" y="36322"/>
                    <a:pt x="576072" y="39624"/>
                    <a:pt x="582930" y="43053"/>
                  </a:cubicBezTo>
                  <a:cubicBezTo>
                    <a:pt x="589788" y="46482"/>
                    <a:pt x="596519" y="50165"/>
                    <a:pt x="603250" y="53975"/>
                  </a:cubicBezTo>
                  <a:cubicBezTo>
                    <a:pt x="609981" y="57785"/>
                    <a:pt x="616458" y="61849"/>
                    <a:pt x="622808" y="66040"/>
                  </a:cubicBezTo>
                  <a:cubicBezTo>
                    <a:pt x="629158" y="70231"/>
                    <a:pt x="635508" y="74676"/>
                    <a:pt x="641731" y="79248"/>
                  </a:cubicBezTo>
                  <a:cubicBezTo>
                    <a:pt x="647954" y="83820"/>
                    <a:pt x="653923" y="88519"/>
                    <a:pt x="659892" y="93472"/>
                  </a:cubicBezTo>
                  <a:cubicBezTo>
                    <a:pt x="665861" y="98425"/>
                    <a:pt x="671576" y="103505"/>
                    <a:pt x="677164" y="108712"/>
                  </a:cubicBezTo>
                  <a:cubicBezTo>
                    <a:pt x="682752" y="113919"/>
                    <a:pt x="688213" y="119380"/>
                    <a:pt x="693547" y="124968"/>
                  </a:cubicBezTo>
                  <a:cubicBezTo>
                    <a:pt x="698881" y="130556"/>
                    <a:pt x="703961" y="136271"/>
                    <a:pt x="708914" y="142113"/>
                  </a:cubicBezTo>
                  <a:cubicBezTo>
                    <a:pt x="713867" y="147955"/>
                    <a:pt x="718693" y="153924"/>
                    <a:pt x="723265" y="160147"/>
                  </a:cubicBezTo>
                  <a:cubicBezTo>
                    <a:pt x="727837" y="166370"/>
                    <a:pt x="732282" y="172593"/>
                    <a:pt x="736600" y="178943"/>
                  </a:cubicBezTo>
                  <a:cubicBezTo>
                    <a:pt x="740918" y="185293"/>
                    <a:pt x="744982" y="191770"/>
                    <a:pt x="748792" y="198501"/>
                  </a:cubicBezTo>
                  <a:cubicBezTo>
                    <a:pt x="752602" y="205232"/>
                    <a:pt x="756412" y="211836"/>
                    <a:pt x="759841" y="218694"/>
                  </a:cubicBezTo>
                  <a:cubicBezTo>
                    <a:pt x="763270" y="225551"/>
                    <a:pt x="766699" y="232410"/>
                    <a:pt x="769747" y="239522"/>
                  </a:cubicBezTo>
                  <a:cubicBezTo>
                    <a:pt x="772795" y="246634"/>
                    <a:pt x="775716" y="253619"/>
                    <a:pt x="778510" y="260857"/>
                  </a:cubicBezTo>
                  <a:cubicBezTo>
                    <a:pt x="781304" y="268096"/>
                    <a:pt x="783717" y="275335"/>
                    <a:pt x="786003" y="282575"/>
                  </a:cubicBezTo>
                  <a:cubicBezTo>
                    <a:pt x="788289" y="289814"/>
                    <a:pt x="790321" y="297307"/>
                    <a:pt x="792226" y="304800"/>
                  </a:cubicBezTo>
                  <a:cubicBezTo>
                    <a:pt x="794131" y="312293"/>
                    <a:pt x="795782" y="319785"/>
                    <a:pt x="797179" y="327279"/>
                  </a:cubicBezTo>
                  <a:cubicBezTo>
                    <a:pt x="798576" y="334772"/>
                    <a:pt x="799846" y="342392"/>
                    <a:pt x="800862" y="350012"/>
                  </a:cubicBezTo>
                  <a:cubicBezTo>
                    <a:pt x="801878" y="357631"/>
                    <a:pt x="802640" y="365251"/>
                    <a:pt x="803275" y="372872"/>
                  </a:cubicBezTo>
                  <a:cubicBezTo>
                    <a:pt x="803910" y="380492"/>
                    <a:pt x="804164" y="388239"/>
                    <a:pt x="804291" y="395859"/>
                  </a:cubicBezTo>
                  <a:cubicBezTo>
                    <a:pt x="804418" y="403478"/>
                    <a:pt x="804291" y="411226"/>
                    <a:pt x="804037" y="418845"/>
                  </a:cubicBezTo>
                  <a:cubicBezTo>
                    <a:pt x="803783" y="426465"/>
                    <a:pt x="803148" y="434213"/>
                    <a:pt x="802386" y="441832"/>
                  </a:cubicBezTo>
                  <a:cubicBezTo>
                    <a:pt x="801624" y="449452"/>
                    <a:pt x="800608" y="457072"/>
                    <a:pt x="799465" y="464693"/>
                  </a:cubicBezTo>
                  <a:cubicBezTo>
                    <a:pt x="798322" y="472313"/>
                    <a:pt x="796925" y="479806"/>
                    <a:pt x="795274" y="487298"/>
                  </a:cubicBezTo>
                  <a:cubicBezTo>
                    <a:pt x="793623" y="494791"/>
                    <a:pt x="791845" y="502284"/>
                    <a:pt x="789813" y="509650"/>
                  </a:cubicBezTo>
                  <a:cubicBezTo>
                    <a:pt x="787781" y="517016"/>
                    <a:pt x="785495" y="524382"/>
                    <a:pt x="783082" y="531621"/>
                  </a:cubicBezTo>
                  <a:cubicBezTo>
                    <a:pt x="780669" y="538860"/>
                    <a:pt x="777875" y="546099"/>
                    <a:pt x="775081" y="553211"/>
                  </a:cubicBezTo>
                  <a:cubicBezTo>
                    <a:pt x="772287" y="560323"/>
                    <a:pt x="769112" y="567308"/>
                    <a:pt x="765810" y="574293"/>
                  </a:cubicBezTo>
                  <a:cubicBezTo>
                    <a:pt x="762508" y="581278"/>
                    <a:pt x="759079" y="588136"/>
                    <a:pt x="755396" y="594867"/>
                  </a:cubicBezTo>
                  <a:cubicBezTo>
                    <a:pt x="751713" y="601598"/>
                    <a:pt x="747903" y="608202"/>
                    <a:pt x="743839" y="614806"/>
                  </a:cubicBezTo>
                  <a:cubicBezTo>
                    <a:pt x="739775" y="621410"/>
                    <a:pt x="735584" y="627760"/>
                    <a:pt x="731139" y="633983"/>
                  </a:cubicBezTo>
                  <a:cubicBezTo>
                    <a:pt x="726694" y="640206"/>
                    <a:pt x="722122" y="646429"/>
                    <a:pt x="717296" y="652398"/>
                  </a:cubicBezTo>
                  <a:cubicBezTo>
                    <a:pt x="712470" y="658367"/>
                    <a:pt x="707517" y="664336"/>
                    <a:pt x="702437" y="670051"/>
                  </a:cubicBezTo>
                  <a:cubicBezTo>
                    <a:pt x="697357" y="675766"/>
                    <a:pt x="692023" y="681354"/>
                    <a:pt x="686562" y="686815"/>
                  </a:cubicBezTo>
                  <a:cubicBezTo>
                    <a:pt x="667893" y="705611"/>
                    <a:pt x="647700" y="722248"/>
                    <a:pt x="625729" y="736980"/>
                  </a:cubicBezTo>
                  <a:cubicBezTo>
                    <a:pt x="603758" y="751712"/>
                    <a:pt x="580644" y="764158"/>
                    <a:pt x="556133" y="774191"/>
                  </a:cubicBezTo>
                  <a:cubicBezTo>
                    <a:pt x="531622" y="784224"/>
                    <a:pt x="506603" y="791971"/>
                    <a:pt x="480695" y="797051"/>
                  </a:cubicBezTo>
                  <a:cubicBezTo>
                    <a:pt x="454787" y="802131"/>
                    <a:pt x="428625" y="804671"/>
                    <a:pt x="402209" y="804671"/>
                  </a:cubicBezTo>
                  <a:close/>
                  <a:moveTo>
                    <a:pt x="402336" y="12319"/>
                  </a:moveTo>
                  <a:cubicBezTo>
                    <a:pt x="187071" y="12319"/>
                    <a:pt x="11938" y="187452"/>
                    <a:pt x="11938" y="402717"/>
                  </a:cubicBezTo>
                  <a:cubicBezTo>
                    <a:pt x="11938" y="617982"/>
                    <a:pt x="187071" y="793115"/>
                    <a:pt x="402336" y="793115"/>
                  </a:cubicBezTo>
                  <a:cubicBezTo>
                    <a:pt x="617601" y="793115"/>
                    <a:pt x="792734" y="617982"/>
                    <a:pt x="792734" y="402717"/>
                  </a:cubicBezTo>
                  <a:cubicBezTo>
                    <a:pt x="792734" y="187452"/>
                    <a:pt x="617601" y="12319"/>
                    <a:pt x="402336" y="12319"/>
                  </a:cubicBezTo>
                  <a:lnTo>
                    <a:pt x="402336" y="12319"/>
                  </a:lnTo>
                  <a:close/>
                </a:path>
              </a:pathLst>
            </a:custGeom>
            <a:solidFill>
              <a:srgbClr val="879282"/>
            </a:solidFill>
          </p:spPr>
        </p:sp>
        <p:sp>
          <p:nvSpPr>
            <p:cNvPr id="7" name="Freeform 7"/>
            <p:cNvSpPr/>
            <p:nvPr/>
          </p:nvSpPr>
          <p:spPr>
            <a:xfrm>
              <a:off x="641731" y="2149221"/>
              <a:ext cx="561340" cy="561340"/>
            </a:xfrm>
            <a:custGeom>
              <a:avLst/>
              <a:gdLst/>
              <a:ahLst/>
              <a:cxnLst/>
              <a:rect l="l" t="t" r="r" b="b"/>
              <a:pathLst>
                <a:path w="561340" h="561340">
                  <a:moveTo>
                    <a:pt x="280670" y="561340"/>
                  </a:moveTo>
                  <a:cubicBezTo>
                    <a:pt x="125984" y="561340"/>
                    <a:pt x="0" y="435483"/>
                    <a:pt x="0" y="280670"/>
                  </a:cubicBezTo>
                  <a:cubicBezTo>
                    <a:pt x="0" y="125857"/>
                    <a:pt x="125857" y="0"/>
                    <a:pt x="280670" y="0"/>
                  </a:cubicBezTo>
                  <a:cubicBezTo>
                    <a:pt x="435483" y="0"/>
                    <a:pt x="561340" y="125857"/>
                    <a:pt x="561340" y="280670"/>
                  </a:cubicBezTo>
                  <a:cubicBezTo>
                    <a:pt x="561340" y="435483"/>
                    <a:pt x="435483" y="561340"/>
                    <a:pt x="280670" y="561340"/>
                  </a:cubicBezTo>
                  <a:close/>
                  <a:moveTo>
                    <a:pt x="280670" y="8255"/>
                  </a:moveTo>
                  <a:cubicBezTo>
                    <a:pt x="130429" y="8255"/>
                    <a:pt x="8255" y="130429"/>
                    <a:pt x="8255" y="280670"/>
                  </a:cubicBezTo>
                  <a:cubicBezTo>
                    <a:pt x="8255" y="430911"/>
                    <a:pt x="130429" y="553085"/>
                    <a:pt x="280670" y="553085"/>
                  </a:cubicBezTo>
                  <a:cubicBezTo>
                    <a:pt x="430911" y="553085"/>
                    <a:pt x="553085" y="430911"/>
                    <a:pt x="553085" y="280670"/>
                  </a:cubicBezTo>
                  <a:cubicBezTo>
                    <a:pt x="553085" y="130429"/>
                    <a:pt x="430911" y="8382"/>
                    <a:pt x="280670" y="8382"/>
                  </a:cubicBezTo>
                  <a:lnTo>
                    <a:pt x="280670" y="8382"/>
                  </a:lnTo>
                  <a:close/>
                </a:path>
              </a:pathLst>
            </a:custGeom>
            <a:solidFill>
              <a:srgbClr val="879282"/>
            </a:solidFill>
          </p:spPr>
        </p:sp>
        <p:sp>
          <p:nvSpPr>
            <p:cNvPr id="8" name="Freeform 8"/>
            <p:cNvSpPr/>
            <p:nvPr/>
          </p:nvSpPr>
          <p:spPr>
            <a:xfrm>
              <a:off x="540893" y="2456815"/>
              <a:ext cx="1694688" cy="12954"/>
            </a:xfrm>
            <a:custGeom>
              <a:avLst/>
              <a:gdLst/>
              <a:ahLst/>
              <a:cxnLst/>
              <a:rect l="l" t="t" r="r" b="b"/>
              <a:pathLst>
                <a:path w="1694688" h="12954">
                  <a:moveTo>
                    <a:pt x="0" y="6350"/>
                  </a:moveTo>
                  <a:cubicBezTo>
                    <a:pt x="141224" y="3683"/>
                    <a:pt x="282448" y="2286"/>
                    <a:pt x="423672" y="1397"/>
                  </a:cubicBezTo>
                  <a:cubicBezTo>
                    <a:pt x="494284" y="762"/>
                    <a:pt x="564896" y="635"/>
                    <a:pt x="635508" y="381"/>
                  </a:cubicBezTo>
                  <a:lnTo>
                    <a:pt x="847344" y="0"/>
                  </a:lnTo>
                  <a:lnTo>
                    <a:pt x="1059180" y="381"/>
                  </a:lnTo>
                  <a:lnTo>
                    <a:pt x="1165098" y="889"/>
                  </a:lnTo>
                  <a:lnTo>
                    <a:pt x="1218057" y="1143"/>
                  </a:lnTo>
                  <a:lnTo>
                    <a:pt x="1271016" y="1524"/>
                  </a:lnTo>
                  <a:cubicBezTo>
                    <a:pt x="1412240" y="2413"/>
                    <a:pt x="1553464" y="3810"/>
                    <a:pt x="1694688" y="6477"/>
                  </a:cubicBezTo>
                  <a:cubicBezTo>
                    <a:pt x="1553464" y="9144"/>
                    <a:pt x="1412240" y="10541"/>
                    <a:pt x="1271016" y="11430"/>
                  </a:cubicBezTo>
                  <a:lnTo>
                    <a:pt x="1218057" y="11811"/>
                  </a:lnTo>
                  <a:lnTo>
                    <a:pt x="1165098" y="12065"/>
                  </a:lnTo>
                  <a:lnTo>
                    <a:pt x="1059180" y="12573"/>
                  </a:lnTo>
                  <a:lnTo>
                    <a:pt x="847344" y="12954"/>
                  </a:lnTo>
                  <a:lnTo>
                    <a:pt x="635508" y="12573"/>
                  </a:lnTo>
                  <a:cubicBezTo>
                    <a:pt x="564896" y="12192"/>
                    <a:pt x="494284" y="12065"/>
                    <a:pt x="423672" y="11557"/>
                  </a:cubicBezTo>
                  <a:cubicBezTo>
                    <a:pt x="282448" y="10668"/>
                    <a:pt x="141224" y="9144"/>
                    <a:pt x="0" y="6604"/>
                  </a:cubicBezTo>
                  <a:close/>
                </a:path>
              </a:pathLst>
            </a:custGeom>
            <a:solidFill>
              <a:srgbClr val="879282"/>
            </a:solidFill>
          </p:spPr>
        </p:sp>
        <p:sp>
          <p:nvSpPr>
            <p:cNvPr id="9" name="Freeform 9"/>
            <p:cNvSpPr/>
            <p:nvPr/>
          </p:nvSpPr>
          <p:spPr>
            <a:xfrm>
              <a:off x="534543" y="2030222"/>
              <a:ext cx="12700" cy="432816"/>
            </a:xfrm>
            <a:custGeom>
              <a:avLst/>
              <a:gdLst/>
              <a:ahLst/>
              <a:cxnLst/>
              <a:rect l="l" t="t" r="r" b="b"/>
              <a:pathLst>
                <a:path w="12700" h="432816">
                  <a:moveTo>
                    <a:pt x="6350" y="0"/>
                  </a:moveTo>
                  <a:cubicBezTo>
                    <a:pt x="9017" y="36068"/>
                    <a:pt x="10414" y="72136"/>
                    <a:pt x="11303" y="108204"/>
                  </a:cubicBezTo>
                  <a:cubicBezTo>
                    <a:pt x="12192" y="144272"/>
                    <a:pt x="12700" y="180340"/>
                    <a:pt x="12700" y="216408"/>
                  </a:cubicBezTo>
                  <a:cubicBezTo>
                    <a:pt x="12700" y="252476"/>
                    <a:pt x="12319" y="288544"/>
                    <a:pt x="11303" y="324612"/>
                  </a:cubicBezTo>
                  <a:cubicBezTo>
                    <a:pt x="10287" y="360680"/>
                    <a:pt x="9017" y="396748"/>
                    <a:pt x="6350" y="432816"/>
                  </a:cubicBezTo>
                  <a:cubicBezTo>
                    <a:pt x="3683" y="396748"/>
                    <a:pt x="2286" y="360680"/>
                    <a:pt x="1397" y="324612"/>
                  </a:cubicBezTo>
                  <a:cubicBezTo>
                    <a:pt x="508" y="288544"/>
                    <a:pt x="0" y="252476"/>
                    <a:pt x="0" y="216408"/>
                  </a:cubicBezTo>
                  <a:cubicBezTo>
                    <a:pt x="0" y="180340"/>
                    <a:pt x="508" y="144272"/>
                    <a:pt x="1397" y="108204"/>
                  </a:cubicBezTo>
                  <a:cubicBezTo>
                    <a:pt x="2286" y="72136"/>
                    <a:pt x="3810" y="36068"/>
                    <a:pt x="6477" y="0"/>
                  </a:cubicBezTo>
                  <a:close/>
                </a:path>
              </a:pathLst>
            </a:custGeom>
            <a:solidFill>
              <a:srgbClr val="879282"/>
            </a:solidFill>
          </p:spPr>
        </p:sp>
        <p:sp>
          <p:nvSpPr>
            <p:cNvPr id="10" name="Freeform 10"/>
            <p:cNvSpPr/>
            <p:nvPr/>
          </p:nvSpPr>
          <p:spPr>
            <a:xfrm>
              <a:off x="534289" y="63500"/>
              <a:ext cx="12954" cy="1826768"/>
            </a:xfrm>
            <a:custGeom>
              <a:avLst/>
              <a:gdLst/>
              <a:ahLst/>
              <a:cxnLst/>
              <a:rect l="l" t="t" r="r" b="b"/>
              <a:pathLst>
                <a:path w="12954" h="1826768">
                  <a:moveTo>
                    <a:pt x="6604" y="0"/>
                  </a:moveTo>
                  <a:cubicBezTo>
                    <a:pt x="9271" y="152146"/>
                    <a:pt x="10668" y="304419"/>
                    <a:pt x="11557" y="456692"/>
                  </a:cubicBezTo>
                  <a:cubicBezTo>
                    <a:pt x="12192" y="532765"/>
                    <a:pt x="12319" y="608838"/>
                    <a:pt x="12573" y="685038"/>
                  </a:cubicBezTo>
                  <a:lnTo>
                    <a:pt x="12954" y="913384"/>
                  </a:lnTo>
                  <a:lnTo>
                    <a:pt x="12573" y="1141730"/>
                  </a:lnTo>
                  <a:lnTo>
                    <a:pt x="12065" y="1255903"/>
                  </a:lnTo>
                  <a:lnTo>
                    <a:pt x="11811" y="1312926"/>
                  </a:lnTo>
                  <a:lnTo>
                    <a:pt x="11430" y="1370076"/>
                  </a:lnTo>
                  <a:cubicBezTo>
                    <a:pt x="10541" y="1522222"/>
                    <a:pt x="9144" y="1674495"/>
                    <a:pt x="6477" y="1826768"/>
                  </a:cubicBezTo>
                  <a:cubicBezTo>
                    <a:pt x="3810" y="1674622"/>
                    <a:pt x="2413" y="1522349"/>
                    <a:pt x="1524" y="1370076"/>
                  </a:cubicBezTo>
                  <a:lnTo>
                    <a:pt x="1143" y="1313053"/>
                  </a:lnTo>
                  <a:lnTo>
                    <a:pt x="889" y="1256030"/>
                  </a:lnTo>
                  <a:lnTo>
                    <a:pt x="381" y="1141857"/>
                  </a:lnTo>
                  <a:lnTo>
                    <a:pt x="0" y="913511"/>
                  </a:lnTo>
                  <a:lnTo>
                    <a:pt x="381" y="685165"/>
                  </a:lnTo>
                  <a:cubicBezTo>
                    <a:pt x="762" y="609092"/>
                    <a:pt x="889" y="533019"/>
                    <a:pt x="1397" y="456819"/>
                  </a:cubicBezTo>
                  <a:cubicBezTo>
                    <a:pt x="2286" y="304546"/>
                    <a:pt x="3683" y="152400"/>
                    <a:pt x="6350" y="127"/>
                  </a:cubicBezTo>
                  <a:close/>
                </a:path>
              </a:pathLst>
            </a:custGeom>
            <a:solidFill>
              <a:srgbClr val="879282"/>
            </a:solidFill>
          </p:spPr>
        </p:sp>
        <p:sp>
          <p:nvSpPr>
            <p:cNvPr id="11" name="Freeform 11"/>
            <p:cNvSpPr/>
            <p:nvPr/>
          </p:nvSpPr>
          <p:spPr>
            <a:xfrm>
              <a:off x="62865" y="1960499"/>
              <a:ext cx="470408" cy="939292"/>
            </a:xfrm>
            <a:custGeom>
              <a:avLst/>
              <a:gdLst/>
              <a:ahLst/>
              <a:cxnLst/>
              <a:rect l="l" t="t" r="r" b="b"/>
              <a:pathLst>
                <a:path w="470408" h="939292">
                  <a:moveTo>
                    <a:pt x="138176" y="801751"/>
                  </a:moveTo>
                  <a:cubicBezTo>
                    <a:pt x="159893" y="823595"/>
                    <a:pt x="183642" y="843153"/>
                    <a:pt x="209296" y="860298"/>
                  </a:cubicBezTo>
                  <a:cubicBezTo>
                    <a:pt x="234950" y="877443"/>
                    <a:pt x="262001" y="891921"/>
                    <a:pt x="290576" y="903732"/>
                  </a:cubicBezTo>
                  <a:cubicBezTo>
                    <a:pt x="319151" y="915543"/>
                    <a:pt x="348488" y="924433"/>
                    <a:pt x="378714" y="930402"/>
                  </a:cubicBezTo>
                  <a:cubicBezTo>
                    <a:pt x="408940" y="936371"/>
                    <a:pt x="439547" y="939292"/>
                    <a:pt x="470408" y="939292"/>
                  </a:cubicBezTo>
                  <a:lnTo>
                    <a:pt x="470408" y="926592"/>
                  </a:lnTo>
                  <a:cubicBezTo>
                    <a:pt x="218440" y="926592"/>
                    <a:pt x="13462" y="721614"/>
                    <a:pt x="13462" y="469646"/>
                  </a:cubicBezTo>
                  <a:cubicBezTo>
                    <a:pt x="13462" y="217678"/>
                    <a:pt x="218440" y="12700"/>
                    <a:pt x="470408" y="12700"/>
                  </a:cubicBezTo>
                  <a:lnTo>
                    <a:pt x="470408" y="0"/>
                  </a:lnTo>
                  <a:cubicBezTo>
                    <a:pt x="447294" y="0"/>
                    <a:pt x="424307" y="1651"/>
                    <a:pt x="401447" y="5080"/>
                  </a:cubicBezTo>
                  <a:cubicBezTo>
                    <a:pt x="378587" y="8509"/>
                    <a:pt x="356108" y="13462"/>
                    <a:pt x="334010" y="20193"/>
                  </a:cubicBezTo>
                  <a:cubicBezTo>
                    <a:pt x="311912" y="26924"/>
                    <a:pt x="290449" y="35179"/>
                    <a:pt x="269494" y="45085"/>
                  </a:cubicBezTo>
                  <a:cubicBezTo>
                    <a:pt x="248539" y="54991"/>
                    <a:pt x="228600" y="66294"/>
                    <a:pt x="209296" y="79121"/>
                  </a:cubicBezTo>
                  <a:cubicBezTo>
                    <a:pt x="189992" y="91948"/>
                    <a:pt x="171958" y="106172"/>
                    <a:pt x="154813" y="121666"/>
                  </a:cubicBezTo>
                  <a:cubicBezTo>
                    <a:pt x="137668" y="137160"/>
                    <a:pt x="121793" y="153924"/>
                    <a:pt x="107188" y="171704"/>
                  </a:cubicBezTo>
                  <a:cubicBezTo>
                    <a:pt x="92583" y="189484"/>
                    <a:pt x="79248" y="208407"/>
                    <a:pt x="67437" y="228219"/>
                  </a:cubicBezTo>
                  <a:cubicBezTo>
                    <a:pt x="55626" y="248031"/>
                    <a:pt x="45212" y="268605"/>
                    <a:pt x="36322" y="289941"/>
                  </a:cubicBezTo>
                  <a:cubicBezTo>
                    <a:pt x="27432" y="311277"/>
                    <a:pt x="20193" y="333121"/>
                    <a:pt x="14605" y="355600"/>
                  </a:cubicBezTo>
                  <a:cubicBezTo>
                    <a:pt x="9017" y="378079"/>
                    <a:pt x="5080" y="400685"/>
                    <a:pt x="2794" y="423672"/>
                  </a:cubicBezTo>
                  <a:cubicBezTo>
                    <a:pt x="508" y="446659"/>
                    <a:pt x="0" y="469646"/>
                    <a:pt x="1143" y="492760"/>
                  </a:cubicBezTo>
                  <a:cubicBezTo>
                    <a:pt x="2286" y="515874"/>
                    <a:pt x="5080" y="538734"/>
                    <a:pt x="9652" y="561340"/>
                  </a:cubicBezTo>
                  <a:cubicBezTo>
                    <a:pt x="14224" y="583946"/>
                    <a:pt x="20320" y="606171"/>
                    <a:pt x="28067" y="628015"/>
                  </a:cubicBezTo>
                  <a:cubicBezTo>
                    <a:pt x="35814" y="649859"/>
                    <a:pt x="45212" y="670814"/>
                    <a:pt x="56007" y="691261"/>
                  </a:cubicBezTo>
                  <a:cubicBezTo>
                    <a:pt x="66802" y="711708"/>
                    <a:pt x="79248" y="731139"/>
                    <a:pt x="92964" y="749681"/>
                  </a:cubicBezTo>
                  <a:cubicBezTo>
                    <a:pt x="106680" y="768223"/>
                    <a:pt x="121793" y="785749"/>
                    <a:pt x="138049" y="802005"/>
                  </a:cubicBezTo>
                  <a:close/>
                </a:path>
              </a:pathLst>
            </a:custGeom>
            <a:solidFill>
              <a:srgbClr val="879282"/>
            </a:solidFill>
          </p:spPr>
        </p:sp>
      </p:grpSp>
      <p:sp>
        <p:nvSpPr>
          <p:cNvPr id="12" name="Freeform 12"/>
          <p:cNvSpPr/>
          <p:nvPr/>
        </p:nvSpPr>
        <p:spPr>
          <a:xfrm>
            <a:off x="10787644" y="4798076"/>
            <a:ext cx="7248839" cy="5060947"/>
          </a:xfrm>
          <a:custGeom>
            <a:avLst/>
            <a:gdLst/>
            <a:ahLst/>
            <a:cxnLst/>
            <a:rect l="l" t="t" r="r" b="b"/>
            <a:pathLst>
              <a:path w="7248839" h="5060947">
                <a:moveTo>
                  <a:pt x="0" y="0"/>
                </a:moveTo>
                <a:lnTo>
                  <a:pt x="7248839" y="0"/>
                </a:lnTo>
                <a:lnTo>
                  <a:pt x="7248839" y="5060947"/>
                </a:lnTo>
                <a:lnTo>
                  <a:pt x="0" y="50609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3" name="Group 13"/>
          <p:cNvGrpSpPr>
            <a:grpSpLocks noChangeAspect="1"/>
          </p:cNvGrpSpPr>
          <p:nvPr/>
        </p:nvGrpSpPr>
        <p:grpSpPr>
          <a:xfrm>
            <a:off x="15450969" y="433749"/>
            <a:ext cx="2299030" cy="2959675"/>
            <a:chOff x="0" y="0"/>
            <a:chExt cx="2299030" cy="2959684"/>
          </a:xfrm>
        </p:grpSpPr>
        <p:sp>
          <p:nvSpPr>
            <p:cNvPr id="14" name="Freeform 14"/>
            <p:cNvSpPr/>
            <p:nvPr/>
          </p:nvSpPr>
          <p:spPr>
            <a:xfrm>
              <a:off x="1370711" y="131064"/>
              <a:ext cx="804545" cy="804926"/>
            </a:xfrm>
            <a:custGeom>
              <a:avLst/>
              <a:gdLst/>
              <a:ahLst/>
              <a:cxnLst/>
              <a:rect l="l" t="t" r="r" b="b"/>
              <a:pathLst>
                <a:path w="804545" h="804926">
                  <a:moveTo>
                    <a:pt x="402209" y="0"/>
                  </a:moveTo>
                  <a:cubicBezTo>
                    <a:pt x="409829" y="0"/>
                    <a:pt x="417576" y="254"/>
                    <a:pt x="425196" y="635"/>
                  </a:cubicBezTo>
                  <a:cubicBezTo>
                    <a:pt x="432816" y="1016"/>
                    <a:pt x="440563" y="1778"/>
                    <a:pt x="448183" y="2667"/>
                  </a:cubicBezTo>
                  <a:cubicBezTo>
                    <a:pt x="455803" y="3556"/>
                    <a:pt x="463423" y="4699"/>
                    <a:pt x="471043" y="5969"/>
                  </a:cubicBezTo>
                  <a:cubicBezTo>
                    <a:pt x="478663" y="7239"/>
                    <a:pt x="486156" y="8763"/>
                    <a:pt x="493649" y="10541"/>
                  </a:cubicBezTo>
                  <a:cubicBezTo>
                    <a:pt x="501142" y="12319"/>
                    <a:pt x="508508" y="14224"/>
                    <a:pt x="515874" y="16383"/>
                  </a:cubicBezTo>
                  <a:cubicBezTo>
                    <a:pt x="523240" y="18542"/>
                    <a:pt x="530479" y="20955"/>
                    <a:pt x="537718" y="23495"/>
                  </a:cubicBezTo>
                  <a:cubicBezTo>
                    <a:pt x="544957" y="26035"/>
                    <a:pt x="552069" y="28829"/>
                    <a:pt x="559181" y="31877"/>
                  </a:cubicBezTo>
                  <a:cubicBezTo>
                    <a:pt x="566293" y="34925"/>
                    <a:pt x="573278" y="38100"/>
                    <a:pt x="580136" y="41529"/>
                  </a:cubicBezTo>
                  <a:cubicBezTo>
                    <a:pt x="586994" y="44958"/>
                    <a:pt x="593852" y="48514"/>
                    <a:pt x="600456" y="52324"/>
                  </a:cubicBezTo>
                  <a:cubicBezTo>
                    <a:pt x="607060" y="56134"/>
                    <a:pt x="613664" y="60071"/>
                    <a:pt x="620141" y="64262"/>
                  </a:cubicBezTo>
                  <a:cubicBezTo>
                    <a:pt x="626618" y="68453"/>
                    <a:pt x="632968" y="72771"/>
                    <a:pt x="639191" y="77343"/>
                  </a:cubicBezTo>
                  <a:cubicBezTo>
                    <a:pt x="645414" y="81915"/>
                    <a:pt x="651510" y="86614"/>
                    <a:pt x="657352" y="91440"/>
                  </a:cubicBezTo>
                  <a:cubicBezTo>
                    <a:pt x="663194" y="96266"/>
                    <a:pt x="669036" y="101346"/>
                    <a:pt x="674751" y="106553"/>
                  </a:cubicBezTo>
                  <a:cubicBezTo>
                    <a:pt x="680466" y="111760"/>
                    <a:pt x="685927" y="117094"/>
                    <a:pt x="691261" y="122682"/>
                  </a:cubicBezTo>
                  <a:cubicBezTo>
                    <a:pt x="696595" y="128270"/>
                    <a:pt x="701802" y="133858"/>
                    <a:pt x="706755" y="139700"/>
                  </a:cubicBezTo>
                  <a:cubicBezTo>
                    <a:pt x="711708" y="145542"/>
                    <a:pt x="716661" y="151511"/>
                    <a:pt x="721233" y="157607"/>
                  </a:cubicBezTo>
                  <a:cubicBezTo>
                    <a:pt x="725805" y="163703"/>
                    <a:pt x="730377" y="169926"/>
                    <a:pt x="734695" y="176276"/>
                  </a:cubicBezTo>
                  <a:cubicBezTo>
                    <a:pt x="739013" y="182626"/>
                    <a:pt x="743204" y="189103"/>
                    <a:pt x="747141" y="195707"/>
                  </a:cubicBezTo>
                  <a:cubicBezTo>
                    <a:pt x="751078" y="202311"/>
                    <a:pt x="754888" y="209042"/>
                    <a:pt x="758444" y="215773"/>
                  </a:cubicBezTo>
                  <a:cubicBezTo>
                    <a:pt x="762000" y="222504"/>
                    <a:pt x="765429" y="229489"/>
                    <a:pt x="768604" y="236474"/>
                  </a:cubicBezTo>
                  <a:cubicBezTo>
                    <a:pt x="771779" y="243459"/>
                    <a:pt x="774700" y="250571"/>
                    <a:pt x="777494" y="257683"/>
                  </a:cubicBezTo>
                  <a:cubicBezTo>
                    <a:pt x="780288" y="264795"/>
                    <a:pt x="782828" y="272034"/>
                    <a:pt x="785114" y="279400"/>
                  </a:cubicBezTo>
                  <a:cubicBezTo>
                    <a:pt x="787400" y="286766"/>
                    <a:pt x="789559" y="294132"/>
                    <a:pt x="791591" y="301498"/>
                  </a:cubicBezTo>
                  <a:cubicBezTo>
                    <a:pt x="793623" y="308864"/>
                    <a:pt x="795274" y="316357"/>
                    <a:pt x="796671" y="323977"/>
                  </a:cubicBezTo>
                  <a:cubicBezTo>
                    <a:pt x="798068" y="331597"/>
                    <a:pt x="799465" y="339090"/>
                    <a:pt x="800481" y="346710"/>
                  </a:cubicBezTo>
                  <a:cubicBezTo>
                    <a:pt x="801497" y="354330"/>
                    <a:pt x="802386" y="361950"/>
                    <a:pt x="803021" y="369570"/>
                  </a:cubicBezTo>
                  <a:cubicBezTo>
                    <a:pt x="803656" y="377190"/>
                    <a:pt x="804037" y="384937"/>
                    <a:pt x="804291" y="392557"/>
                  </a:cubicBezTo>
                  <a:cubicBezTo>
                    <a:pt x="804545" y="400177"/>
                    <a:pt x="804418" y="407924"/>
                    <a:pt x="804164" y="415544"/>
                  </a:cubicBezTo>
                  <a:cubicBezTo>
                    <a:pt x="803910" y="423164"/>
                    <a:pt x="803402" y="430911"/>
                    <a:pt x="802767" y="438531"/>
                  </a:cubicBezTo>
                  <a:cubicBezTo>
                    <a:pt x="802132" y="446151"/>
                    <a:pt x="801116" y="453771"/>
                    <a:pt x="800100" y="461391"/>
                  </a:cubicBezTo>
                  <a:cubicBezTo>
                    <a:pt x="799084" y="469011"/>
                    <a:pt x="797687" y="476504"/>
                    <a:pt x="796036" y="484124"/>
                  </a:cubicBezTo>
                  <a:cubicBezTo>
                    <a:pt x="794385" y="491744"/>
                    <a:pt x="792734" y="499110"/>
                    <a:pt x="790702" y="506476"/>
                  </a:cubicBezTo>
                  <a:cubicBezTo>
                    <a:pt x="788670" y="513842"/>
                    <a:pt x="786511" y="521208"/>
                    <a:pt x="784098" y="528574"/>
                  </a:cubicBezTo>
                  <a:cubicBezTo>
                    <a:pt x="781685" y="535940"/>
                    <a:pt x="779018" y="543052"/>
                    <a:pt x="776224" y="550291"/>
                  </a:cubicBezTo>
                  <a:cubicBezTo>
                    <a:pt x="773430" y="557530"/>
                    <a:pt x="770382" y="564515"/>
                    <a:pt x="767207" y="571500"/>
                  </a:cubicBezTo>
                  <a:cubicBezTo>
                    <a:pt x="764032" y="578485"/>
                    <a:pt x="760603" y="585343"/>
                    <a:pt x="756920" y="592074"/>
                  </a:cubicBezTo>
                  <a:cubicBezTo>
                    <a:pt x="753237" y="598805"/>
                    <a:pt x="749427" y="605536"/>
                    <a:pt x="745490" y="612013"/>
                  </a:cubicBezTo>
                  <a:cubicBezTo>
                    <a:pt x="741553" y="618490"/>
                    <a:pt x="737362" y="624967"/>
                    <a:pt x="732917" y="631317"/>
                  </a:cubicBezTo>
                  <a:cubicBezTo>
                    <a:pt x="728472" y="637667"/>
                    <a:pt x="724027" y="643763"/>
                    <a:pt x="719328" y="649859"/>
                  </a:cubicBezTo>
                  <a:cubicBezTo>
                    <a:pt x="714629" y="655955"/>
                    <a:pt x="709676" y="661797"/>
                    <a:pt x="704596" y="667639"/>
                  </a:cubicBezTo>
                  <a:cubicBezTo>
                    <a:pt x="699516" y="673481"/>
                    <a:pt x="694309" y="679069"/>
                    <a:pt x="688975" y="684530"/>
                  </a:cubicBezTo>
                  <a:cubicBezTo>
                    <a:pt x="683641" y="689991"/>
                    <a:pt x="678053" y="695325"/>
                    <a:pt x="672338" y="700532"/>
                  </a:cubicBezTo>
                  <a:cubicBezTo>
                    <a:pt x="666623" y="705739"/>
                    <a:pt x="660781" y="710692"/>
                    <a:pt x="654812" y="715518"/>
                  </a:cubicBezTo>
                  <a:cubicBezTo>
                    <a:pt x="648843" y="720344"/>
                    <a:pt x="642747" y="725043"/>
                    <a:pt x="636524" y="729488"/>
                  </a:cubicBezTo>
                  <a:cubicBezTo>
                    <a:pt x="630301" y="733933"/>
                    <a:pt x="623951" y="738251"/>
                    <a:pt x="617474" y="742315"/>
                  </a:cubicBezTo>
                  <a:cubicBezTo>
                    <a:pt x="610997" y="746379"/>
                    <a:pt x="604393" y="750316"/>
                    <a:pt x="597662" y="754126"/>
                  </a:cubicBezTo>
                  <a:cubicBezTo>
                    <a:pt x="590931" y="757936"/>
                    <a:pt x="584073" y="761365"/>
                    <a:pt x="577215" y="764794"/>
                  </a:cubicBezTo>
                  <a:cubicBezTo>
                    <a:pt x="570357" y="768223"/>
                    <a:pt x="563245" y="771271"/>
                    <a:pt x="556133" y="774192"/>
                  </a:cubicBezTo>
                  <a:cubicBezTo>
                    <a:pt x="549021" y="777113"/>
                    <a:pt x="541909" y="779907"/>
                    <a:pt x="534670" y="782447"/>
                  </a:cubicBezTo>
                  <a:cubicBezTo>
                    <a:pt x="527431" y="784987"/>
                    <a:pt x="520065" y="787273"/>
                    <a:pt x="512699" y="789432"/>
                  </a:cubicBezTo>
                  <a:cubicBezTo>
                    <a:pt x="505333" y="791591"/>
                    <a:pt x="497840" y="793496"/>
                    <a:pt x="490347" y="795147"/>
                  </a:cubicBezTo>
                  <a:cubicBezTo>
                    <a:pt x="482854" y="796798"/>
                    <a:pt x="475361" y="798322"/>
                    <a:pt x="467741" y="799592"/>
                  </a:cubicBezTo>
                  <a:cubicBezTo>
                    <a:pt x="460121" y="800862"/>
                    <a:pt x="452501" y="801878"/>
                    <a:pt x="444881" y="802640"/>
                  </a:cubicBezTo>
                  <a:cubicBezTo>
                    <a:pt x="437261" y="803402"/>
                    <a:pt x="429641" y="804037"/>
                    <a:pt x="421894" y="804418"/>
                  </a:cubicBezTo>
                  <a:cubicBezTo>
                    <a:pt x="414147" y="804799"/>
                    <a:pt x="406527" y="804926"/>
                    <a:pt x="398907" y="804926"/>
                  </a:cubicBezTo>
                  <a:cubicBezTo>
                    <a:pt x="391287" y="804926"/>
                    <a:pt x="383540" y="804545"/>
                    <a:pt x="375920" y="804037"/>
                  </a:cubicBezTo>
                  <a:cubicBezTo>
                    <a:pt x="368300" y="803529"/>
                    <a:pt x="360553" y="802767"/>
                    <a:pt x="352933" y="801878"/>
                  </a:cubicBezTo>
                  <a:cubicBezTo>
                    <a:pt x="345313" y="800989"/>
                    <a:pt x="337693" y="799719"/>
                    <a:pt x="330200" y="798449"/>
                  </a:cubicBezTo>
                  <a:cubicBezTo>
                    <a:pt x="322707" y="797179"/>
                    <a:pt x="315087" y="795528"/>
                    <a:pt x="307721" y="793623"/>
                  </a:cubicBezTo>
                  <a:cubicBezTo>
                    <a:pt x="300355" y="791718"/>
                    <a:pt x="292862" y="789813"/>
                    <a:pt x="285496" y="787527"/>
                  </a:cubicBezTo>
                  <a:cubicBezTo>
                    <a:pt x="278130" y="785241"/>
                    <a:pt x="270891" y="782828"/>
                    <a:pt x="263652" y="780161"/>
                  </a:cubicBezTo>
                  <a:cubicBezTo>
                    <a:pt x="256413" y="777494"/>
                    <a:pt x="249301" y="774700"/>
                    <a:pt x="242316" y="771652"/>
                  </a:cubicBezTo>
                  <a:cubicBezTo>
                    <a:pt x="235331" y="768604"/>
                    <a:pt x="228346" y="765302"/>
                    <a:pt x="221488" y="761873"/>
                  </a:cubicBezTo>
                  <a:cubicBezTo>
                    <a:pt x="214630" y="758444"/>
                    <a:pt x="207899" y="754761"/>
                    <a:pt x="201168" y="750951"/>
                  </a:cubicBezTo>
                  <a:cubicBezTo>
                    <a:pt x="194437" y="747141"/>
                    <a:pt x="187960" y="743077"/>
                    <a:pt x="181610" y="738886"/>
                  </a:cubicBezTo>
                  <a:cubicBezTo>
                    <a:pt x="175260" y="734695"/>
                    <a:pt x="168910" y="730250"/>
                    <a:pt x="162687" y="725678"/>
                  </a:cubicBezTo>
                  <a:cubicBezTo>
                    <a:pt x="156464" y="721106"/>
                    <a:pt x="150495" y="716407"/>
                    <a:pt x="144526" y="711454"/>
                  </a:cubicBezTo>
                  <a:cubicBezTo>
                    <a:pt x="138557" y="706501"/>
                    <a:pt x="132842" y="701421"/>
                    <a:pt x="127254" y="696214"/>
                  </a:cubicBezTo>
                  <a:cubicBezTo>
                    <a:pt x="121666" y="691007"/>
                    <a:pt x="116205" y="685546"/>
                    <a:pt x="110871" y="679958"/>
                  </a:cubicBezTo>
                  <a:cubicBezTo>
                    <a:pt x="105537" y="674370"/>
                    <a:pt x="100457" y="668655"/>
                    <a:pt x="95504" y="662813"/>
                  </a:cubicBezTo>
                  <a:cubicBezTo>
                    <a:pt x="90551" y="656971"/>
                    <a:pt x="85725" y="651002"/>
                    <a:pt x="81153" y="644779"/>
                  </a:cubicBezTo>
                  <a:cubicBezTo>
                    <a:pt x="76581" y="638556"/>
                    <a:pt x="72136" y="632333"/>
                    <a:pt x="67818" y="625983"/>
                  </a:cubicBezTo>
                  <a:cubicBezTo>
                    <a:pt x="63500" y="619633"/>
                    <a:pt x="59436" y="613156"/>
                    <a:pt x="55626" y="606425"/>
                  </a:cubicBezTo>
                  <a:cubicBezTo>
                    <a:pt x="51816" y="599694"/>
                    <a:pt x="48006" y="593090"/>
                    <a:pt x="44577" y="586232"/>
                  </a:cubicBezTo>
                  <a:cubicBezTo>
                    <a:pt x="41148" y="579374"/>
                    <a:pt x="37719" y="572516"/>
                    <a:pt x="34671" y="565404"/>
                  </a:cubicBezTo>
                  <a:cubicBezTo>
                    <a:pt x="31623" y="558292"/>
                    <a:pt x="28702" y="551307"/>
                    <a:pt x="25908" y="544068"/>
                  </a:cubicBezTo>
                  <a:cubicBezTo>
                    <a:pt x="23114" y="536829"/>
                    <a:pt x="20701" y="529590"/>
                    <a:pt x="18415" y="522351"/>
                  </a:cubicBezTo>
                  <a:cubicBezTo>
                    <a:pt x="16129" y="515112"/>
                    <a:pt x="14097" y="507619"/>
                    <a:pt x="12192" y="500126"/>
                  </a:cubicBezTo>
                  <a:cubicBezTo>
                    <a:pt x="10287" y="492633"/>
                    <a:pt x="8636" y="485140"/>
                    <a:pt x="7239" y="477647"/>
                  </a:cubicBezTo>
                  <a:cubicBezTo>
                    <a:pt x="5842" y="470154"/>
                    <a:pt x="4572" y="462534"/>
                    <a:pt x="3556" y="454914"/>
                  </a:cubicBezTo>
                  <a:cubicBezTo>
                    <a:pt x="2540" y="447294"/>
                    <a:pt x="1778" y="439674"/>
                    <a:pt x="1143" y="432054"/>
                  </a:cubicBezTo>
                  <a:cubicBezTo>
                    <a:pt x="508" y="424434"/>
                    <a:pt x="254" y="416687"/>
                    <a:pt x="127" y="409067"/>
                  </a:cubicBezTo>
                  <a:cubicBezTo>
                    <a:pt x="0" y="401447"/>
                    <a:pt x="127" y="393700"/>
                    <a:pt x="381" y="386080"/>
                  </a:cubicBezTo>
                  <a:cubicBezTo>
                    <a:pt x="635" y="378460"/>
                    <a:pt x="1270" y="370713"/>
                    <a:pt x="2032" y="363093"/>
                  </a:cubicBezTo>
                  <a:cubicBezTo>
                    <a:pt x="2794" y="355473"/>
                    <a:pt x="3810" y="347853"/>
                    <a:pt x="4953" y="340233"/>
                  </a:cubicBezTo>
                  <a:cubicBezTo>
                    <a:pt x="6096" y="332613"/>
                    <a:pt x="7493" y="325120"/>
                    <a:pt x="9144" y="317627"/>
                  </a:cubicBezTo>
                  <a:cubicBezTo>
                    <a:pt x="10795" y="310134"/>
                    <a:pt x="12573" y="302641"/>
                    <a:pt x="14605" y="295275"/>
                  </a:cubicBezTo>
                  <a:cubicBezTo>
                    <a:pt x="16637" y="287909"/>
                    <a:pt x="18923" y="280543"/>
                    <a:pt x="21336" y="273304"/>
                  </a:cubicBezTo>
                  <a:cubicBezTo>
                    <a:pt x="23749" y="266065"/>
                    <a:pt x="26543" y="258826"/>
                    <a:pt x="29337" y="251714"/>
                  </a:cubicBezTo>
                  <a:cubicBezTo>
                    <a:pt x="32131" y="244602"/>
                    <a:pt x="35306" y="237617"/>
                    <a:pt x="38608" y="230632"/>
                  </a:cubicBezTo>
                  <a:cubicBezTo>
                    <a:pt x="41910" y="223647"/>
                    <a:pt x="45339" y="216789"/>
                    <a:pt x="49022" y="210058"/>
                  </a:cubicBezTo>
                  <a:cubicBezTo>
                    <a:pt x="52705" y="203327"/>
                    <a:pt x="56515" y="196723"/>
                    <a:pt x="60579" y="190119"/>
                  </a:cubicBezTo>
                  <a:cubicBezTo>
                    <a:pt x="64643" y="183515"/>
                    <a:pt x="68834" y="177165"/>
                    <a:pt x="73279" y="170942"/>
                  </a:cubicBezTo>
                  <a:cubicBezTo>
                    <a:pt x="77724" y="164719"/>
                    <a:pt x="82296" y="158496"/>
                    <a:pt x="87122" y="152527"/>
                  </a:cubicBezTo>
                  <a:cubicBezTo>
                    <a:pt x="91948" y="146558"/>
                    <a:pt x="96901" y="140589"/>
                    <a:pt x="101981" y="134874"/>
                  </a:cubicBezTo>
                  <a:cubicBezTo>
                    <a:pt x="107061" y="129159"/>
                    <a:pt x="112395" y="123571"/>
                    <a:pt x="117856" y="118110"/>
                  </a:cubicBezTo>
                  <a:cubicBezTo>
                    <a:pt x="136525" y="99314"/>
                    <a:pt x="156718" y="82677"/>
                    <a:pt x="178689" y="67945"/>
                  </a:cubicBezTo>
                  <a:cubicBezTo>
                    <a:pt x="200660" y="53213"/>
                    <a:pt x="223774" y="40767"/>
                    <a:pt x="248285" y="30734"/>
                  </a:cubicBezTo>
                  <a:cubicBezTo>
                    <a:pt x="272796" y="20701"/>
                    <a:pt x="297815" y="12954"/>
                    <a:pt x="323723" y="7874"/>
                  </a:cubicBezTo>
                  <a:cubicBezTo>
                    <a:pt x="349631" y="2794"/>
                    <a:pt x="375793" y="254"/>
                    <a:pt x="402209" y="254"/>
                  </a:cubicBezTo>
                  <a:close/>
                  <a:moveTo>
                    <a:pt x="402209" y="792607"/>
                  </a:moveTo>
                  <a:cubicBezTo>
                    <a:pt x="617474" y="792607"/>
                    <a:pt x="792607" y="617474"/>
                    <a:pt x="792607" y="402209"/>
                  </a:cubicBezTo>
                  <a:cubicBezTo>
                    <a:pt x="792607" y="186944"/>
                    <a:pt x="617474" y="11811"/>
                    <a:pt x="402209" y="11811"/>
                  </a:cubicBezTo>
                  <a:cubicBezTo>
                    <a:pt x="186944" y="11811"/>
                    <a:pt x="11811" y="186944"/>
                    <a:pt x="11811" y="402336"/>
                  </a:cubicBezTo>
                  <a:cubicBezTo>
                    <a:pt x="11811" y="617728"/>
                    <a:pt x="186944" y="792734"/>
                    <a:pt x="402209" y="792734"/>
                  </a:cubicBezTo>
                  <a:close/>
                </a:path>
              </a:pathLst>
            </a:custGeom>
            <a:solidFill>
              <a:srgbClr val="879282"/>
            </a:solidFill>
          </p:spPr>
        </p:sp>
        <p:sp>
          <p:nvSpPr>
            <p:cNvPr id="15" name="Freeform 15"/>
            <p:cNvSpPr/>
            <p:nvPr/>
          </p:nvSpPr>
          <p:spPr>
            <a:xfrm>
              <a:off x="1096010" y="252730"/>
              <a:ext cx="561213" cy="561340"/>
            </a:xfrm>
            <a:custGeom>
              <a:avLst/>
              <a:gdLst/>
              <a:ahLst/>
              <a:cxnLst/>
              <a:rect l="l" t="t" r="r" b="b"/>
              <a:pathLst>
                <a:path w="561213" h="561340">
                  <a:moveTo>
                    <a:pt x="280543" y="0"/>
                  </a:moveTo>
                  <a:cubicBezTo>
                    <a:pt x="435229" y="0"/>
                    <a:pt x="561213" y="125857"/>
                    <a:pt x="561213" y="280670"/>
                  </a:cubicBezTo>
                  <a:cubicBezTo>
                    <a:pt x="561213" y="435483"/>
                    <a:pt x="435356" y="561340"/>
                    <a:pt x="280543" y="561340"/>
                  </a:cubicBezTo>
                  <a:cubicBezTo>
                    <a:pt x="125730" y="561340"/>
                    <a:pt x="0" y="435356"/>
                    <a:pt x="0" y="280670"/>
                  </a:cubicBezTo>
                  <a:cubicBezTo>
                    <a:pt x="0" y="125984"/>
                    <a:pt x="125857" y="0"/>
                    <a:pt x="280670" y="0"/>
                  </a:cubicBezTo>
                  <a:close/>
                  <a:moveTo>
                    <a:pt x="280543" y="553085"/>
                  </a:moveTo>
                  <a:cubicBezTo>
                    <a:pt x="430784" y="553085"/>
                    <a:pt x="552958" y="430911"/>
                    <a:pt x="552958" y="280670"/>
                  </a:cubicBezTo>
                  <a:cubicBezTo>
                    <a:pt x="552958" y="130429"/>
                    <a:pt x="430784" y="8255"/>
                    <a:pt x="280543" y="8255"/>
                  </a:cubicBezTo>
                  <a:cubicBezTo>
                    <a:pt x="130302" y="8255"/>
                    <a:pt x="8255" y="130429"/>
                    <a:pt x="8255" y="280670"/>
                  </a:cubicBezTo>
                  <a:cubicBezTo>
                    <a:pt x="8255" y="430911"/>
                    <a:pt x="130429" y="552958"/>
                    <a:pt x="280670" y="552958"/>
                  </a:cubicBezTo>
                  <a:lnTo>
                    <a:pt x="280670" y="552958"/>
                  </a:lnTo>
                  <a:close/>
                </a:path>
              </a:pathLst>
            </a:custGeom>
            <a:solidFill>
              <a:srgbClr val="879282"/>
            </a:solidFill>
          </p:spPr>
        </p:sp>
        <p:sp>
          <p:nvSpPr>
            <p:cNvPr id="16" name="Freeform 16"/>
            <p:cNvSpPr/>
            <p:nvPr/>
          </p:nvSpPr>
          <p:spPr>
            <a:xfrm>
              <a:off x="63500" y="493522"/>
              <a:ext cx="1694688" cy="12827"/>
            </a:xfrm>
            <a:custGeom>
              <a:avLst/>
              <a:gdLst/>
              <a:ahLst/>
              <a:cxnLst/>
              <a:rect l="l" t="t" r="r" b="b"/>
              <a:pathLst>
                <a:path w="1694688" h="12827">
                  <a:moveTo>
                    <a:pt x="1694561" y="6477"/>
                  </a:moveTo>
                  <a:cubicBezTo>
                    <a:pt x="1553337" y="9144"/>
                    <a:pt x="1412113" y="10541"/>
                    <a:pt x="1270889" y="11430"/>
                  </a:cubicBezTo>
                  <a:cubicBezTo>
                    <a:pt x="1200277" y="12065"/>
                    <a:pt x="1129665" y="12192"/>
                    <a:pt x="1059053" y="12446"/>
                  </a:cubicBezTo>
                  <a:lnTo>
                    <a:pt x="847217" y="12827"/>
                  </a:lnTo>
                  <a:lnTo>
                    <a:pt x="635381" y="12446"/>
                  </a:lnTo>
                  <a:lnTo>
                    <a:pt x="529463" y="11938"/>
                  </a:lnTo>
                  <a:lnTo>
                    <a:pt x="476504" y="11684"/>
                  </a:lnTo>
                  <a:lnTo>
                    <a:pt x="423545" y="11303"/>
                  </a:lnTo>
                  <a:cubicBezTo>
                    <a:pt x="282448" y="10668"/>
                    <a:pt x="141224" y="9271"/>
                    <a:pt x="0" y="6477"/>
                  </a:cubicBezTo>
                  <a:cubicBezTo>
                    <a:pt x="141224" y="3810"/>
                    <a:pt x="282448" y="2413"/>
                    <a:pt x="423672" y="1524"/>
                  </a:cubicBezTo>
                  <a:lnTo>
                    <a:pt x="476631" y="1143"/>
                  </a:lnTo>
                  <a:lnTo>
                    <a:pt x="529590" y="889"/>
                  </a:lnTo>
                  <a:lnTo>
                    <a:pt x="635508" y="381"/>
                  </a:lnTo>
                  <a:lnTo>
                    <a:pt x="847344" y="0"/>
                  </a:lnTo>
                  <a:lnTo>
                    <a:pt x="1059180" y="381"/>
                  </a:lnTo>
                  <a:cubicBezTo>
                    <a:pt x="1129792" y="762"/>
                    <a:pt x="1200404" y="889"/>
                    <a:pt x="1271016" y="1397"/>
                  </a:cubicBezTo>
                  <a:cubicBezTo>
                    <a:pt x="1412240" y="2286"/>
                    <a:pt x="1553464" y="3810"/>
                    <a:pt x="1694688" y="6350"/>
                  </a:cubicBezTo>
                  <a:close/>
                </a:path>
              </a:pathLst>
            </a:custGeom>
            <a:solidFill>
              <a:srgbClr val="879282"/>
            </a:solidFill>
          </p:spPr>
        </p:sp>
        <p:sp>
          <p:nvSpPr>
            <p:cNvPr id="17" name="Freeform 17"/>
            <p:cNvSpPr/>
            <p:nvPr/>
          </p:nvSpPr>
          <p:spPr>
            <a:xfrm>
              <a:off x="1751711" y="500253"/>
              <a:ext cx="12700" cy="432816"/>
            </a:xfrm>
            <a:custGeom>
              <a:avLst/>
              <a:gdLst/>
              <a:ahLst/>
              <a:cxnLst/>
              <a:rect l="l" t="t" r="r" b="b"/>
              <a:pathLst>
                <a:path w="12700" h="432816">
                  <a:moveTo>
                    <a:pt x="6350" y="432816"/>
                  </a:moveTo>
                  <a:cubicBezTo>
                    <a:pt x="3683" y="396748"/>
                    <a:pt x="2286" y="360680"/>
                    <a:pt x="1397" y="324612"/>
                  </a:cubicBezTo>
                  <a:cubicBezTo>
                    <a:pt x="508" y="288544"/>
                    <a:pt x="0" y="252476"/>
                    <a:pt x="0" y="216408"/>
                  </a:cubicBezTo>
                  <a:cubicBezTo>
                    <a:pt x="0" y="180340"/>
                    <a:pt x="381" y="144272"/>
                    <a:pt x="1397" y="108204"/>
                  </a:cubicBezTo>
                  <a:cubicBezTo>
                    <a:pt x="2413" y="72136"/>
                    <a:pt x="3683" y="36068"/>
                    <a:pt x="6350" y="0"/>
                  </a:cubicBezTo>
                  <a:cubicBezTo>
                    <a:pt x="9017" y="36068"/>
                    <a:pt x="10414" y="72136"/>
                    <a:pt x="11303" y="108204"/>
                  </a:cubicBezTo>
                  <a:cubicBezTo>
                    <a:pt x="12192" y="144272"/>
                    <a:pt x="12700" y="180340"/>
                    <a:pt x="12700" y="216408"/>
                  </a:cubicBezTo>
                  <a:cubicBezTo>
                    <a:pt x="12700" y="252476"/>
                    <a:pt x="12192" y="288544"/>
                    <a:pt x="11303" y="324612"/>
                  </a:cubicBezTo>
                  <a:cubicBezTo>
                    <a:pt x="10414" y="360680"/>
                    <a:pt x="8890" y="396748"/>
                    <a:pt x="6223" y="432816"/>
                  </a:cubicBezTo>
                  <a:close/>
                </a:path>
              </a:pathLst>
            </a:custGeom>
            <a:solidFill>
              <a:srgbClr val="879282"/>
            </a:solidFill>
          </p:spPr>
        </p:sp>
        <p:sp>
          <p:nvSpPr>
            <p:cNvPr id="18" name="Freeform 18"/>
            <p:cNvSpPr/>
            <p:nvPr/>
          </p:nvSpPr>
          <p:spPr>
            <a:xfrm>
              <a:off x="1751711" y="1073150"/>
              <a:ext cx="12827" cy="1823085"/>
            </a:xfrm>
            <a:custGeom>
              <a:avLst/>
              <a:gdLst/>
              <a:ahLst/>
              <a:cxnLst/>
              <a:rect l="l" t="t" r="r" b="b"/>
              <a:pathLst>
                <a:path w="12827" h="1823085">
                  <a:moveTo>
                    <a:pt x="6477" y="0"/>
                  </a:moveTo>
                  <a:cubicBezTo>
                    <a:pt x="3810" y="152273"/>
                    <a:pt x="2413" y="304419"/>
                    <a:pt x="1524" y="456692"/>
                  </a:cubicBezTo>
                  <a:lnTo>
                    <a:pt x="1143" y="513842"/>
                  </a:lnTo>
                  <a:lnTo>
                    <a:pt x="889" y="570865"/>
                  </a:lnTo>
                  <a:lnTo>
                    <a:pt x="381" y="685038"/>
                  </a:lnTo>
                  <a:lnTo>
                    <a:pt x="0" y="913384"/>
                  </a:lnTo>
                  <a:lnTo>
                    <a:pt x="381" y="1141730"/>
                  </a:lnTo>
                  <a:cubicBezTo>
                    <a:pt x="762" y="1217803"/>
                    <a:pt x="889" y="1294003"/>
                    <a:pt x="1397" y="1370076"/>
                  </a:cubicBezTo>
                  <a:cubicBezTo>
                    <a:pt x="2286" y="1521079"/>
                    <a:pt x="3683" y="1672082"/>
                    <a:pt x="6350" y="1823085"/>
                  </a:cubicBezTo>
                  <a:lnTo>
                    <a:pt x="6477" y="1823085"/>
                  </a:lnTo>
                  <a:cubicBezTo>
                    <a:pt x="9144" y="1672082"/>
                    <a:pt x="10414" y="1521079"/>
                    <a:pt x="11430" y="1370076"/>
                  </a:cubicBezTo>
                  <a:cubicBezTo>
                    <a:pt x="12065" y="1294003"/>
                    <a:pt x="12192" y="1217803"/>
                    <a:pt x="12446" y="1141730"/>
                  </a:cubicBezTo>
                  <a:lnTo>
                    <a:pt x="12827" y="913384"/>
                  </a:lnTo>
                  <a:lnTo>
                    <a:pt x="12446" y="685038"/>
                  </a:lnTo>
                  <a:lnTo>
                    <a:pt x="11938" y="570865"/>
                  </a:lnTo>
                  <a:lnTo>
                    <a:pt x="11684" y="513842"/>
                  </a:lnTo>
                  <a:lnTo>
                    <a:pt x="11303" y="456819"/>
                  </a:lnTo>
                  <a:cubicBezTo>
                    <a:pt x="10414" y="304546"/>
                    <a:pt x="9017" y="152400"/>
                    <a:pt x="6350" y="127"/>
                  </a:cubicBezTo>
                  <a:close/>
                </a:path>
              </a:pathLst>
            </a:custGeom>
            <a:solidFill>
              <a:srgbClr val="879282"/>
            </a:solidFill>
          </p:spPr>
        </p:sp>
        <p:sp>
          <p:nvSpPr>
            <p:cNvPr id="19" name="Freeform 19"/>
            <p:cNvSpPr/>
            <p:nvPr/>
          </p:nvSpPr>
          <p:spPr>
            <a:xfrm>
              <a:off x="1765808" y="63500"/>
              <a:ext cx="470281" cy="939546"/>
            </a:xfrm>
            <a:custGeom>
              <a:avLst/>
              <a:gdLst/>
              <a:ahLst/>
              <a:cxnLst/>
              <a:rect l="l" t="t" r="r" b="b"/>
              <a:pathLst>
                <a:path w="470281" h="939546">
                  <a:moveTo>
                    <a:pt x="332232" y="137541"/>
                  </a:moveTo>
                  <a:cubicBezTo>
                    <a:pt x="310515" y="115697"/>
                    <a:pt x="286766" y="96139"/>
                    <a:pt x="261112" y="78994"/>
                  </a:cubicBezTo>
                  <a:cubicBezTo>
                    <a:pt x="235458" y="61849"/>
                    <a:pt x="208407" y="47371"/>
                    <a:pt x="179832" y="35560"/>
                  </a:cubicBezTo>
                  <a:cubicBezTo>
                    <a:pt x="151257" y="23749"/>
                    <a:pt x="121920" y="14859"/>
                    <a:pt x="91694" y="8890"/>
                  </a:cubicBezTo>
                  <a:cubicBezTo>
                    <a:pt x="61468" y="2921"/>
                    <a:pt x="30861" y="0"/>
                    <a:pt x="0" y="0"/>
                  </a:cubicBezTo>
                  <a:lnTo>
                    <a:pt x="0" y="12827"/>
                  </a:lnTo>
                  <a:cubicBezTo>
                    <a:pt x="251968" y="12827"/>
                    <a:pt x="456946" y="217805"/>
                    <a:pt x="456946" y="469773"/>
                  </a:cubicBezTo>
                  <a:cubicBezTo>
                    <a:pt x="456946" y="721741"/>
                    <a:pt x="251968" y="926719"/>
                    <a:pt x="0" y="926719"/>
                  </a:cubicBezTo>
                  <a:lnTo>
                    <a:pt x="0" y="939546"/>
                  </a:lnTo>
                  <a:cubicBezTo>
                    <a:pt x="23114" y="939546"/>
                    <a:pt x="46101" y="937895"/>
                    <a:pt x="68961" y="934466"/>
                  </a:cubicBezTo>
                  <a:cubicBezTo>
                    <a:pt x="91821" y="931037"/>
                    <a:pt x="114300" y="926084"/>
                    <a:pt x="136398" y="919353"/>
                  </a:cubicBezTo>
                  <a:cubicBezTo>
                    <a:pt x="158496" y="912622"/>
                    <a:pt x="179959" y="904367"/>
                    <a:pt x="200914" y="894461"/>
                  </a:cubicBezTo>
                  <a:cubicBezTo>
                    <a:pt x="221869" y="884555"/>
                    <a:pt x="241808" y="873252"/>
                    <a:pt x="260985" y="860425"/>
                  </a:cubicBezTo>
                  <a:cubicBezTo>
                    <a:pt x="280162" y="847598"/>
                    <a:pt x="298323" y="833374"/>
                    <a:pt x="315468" y="817880"/>
                  </a:cubicBezTo>
                  <a:cubicBezTo>
                    <a:pt x="332613" y="802386"/>
                    <a:pt x="348488" y="785622"/>
                    <a:pt x="363093" y="767842"/>
                  </a:cubicBezTo>
                  <a:cubicBezTo>
                    <a:pt x="377698" y="750062"/>
                    <a:pt x="391033" y="731139"/>
                    <a:pt x="402844" y="711327"/>
                  </a:cubicBezTo>
                  <a:cubicBezTo>
                    <a:pt x="414655" y="691515"/>
                    <a:pt x="425069" y="670941"/>
                    <a:pt x="433959" y="649605"/>
                  </a:cubicBezTo>
                  <a:cubicBezTo>
                    <a:pt x="442849" y="628269"/>
                    <a:pt x="450088" y="606425"/>
                    <a:pt x="455676" y="583946"/>
                  </a:cubicBezTo>
                  <a:cubicBezTo>
                    <a:pt x="461264" y="561467"/>
                    <a:pt x="465201" y="538861"/>
                    <a:pt x="467487" y="515874"/>
                  </a:cubicBezTo>
                  <a:cubicBezTo>
                    <a:pt x="469773" y="492887"/>
                    <a:pt x="470281" y="469900"/>
                    <a:pt x="469138" y="446786"/>
                  </a:cubicBezTo>
                  <a:cubicBezTo>
                    <a:pt x="467995" y="423672"/>
                    <a:pt x="465201" y="400812"/>
                    <a:pt x="460629" y="378206"/>
                  </a:cubicBezTo>
                  <a:cubicBezTo>
                    <a:pt x="456057" y="355600"/>
                    <a:pt x="449961" y="333375"/>
                    <a:pt x="442214" y="311531"/>
                  </a:cubicBezTo>
                  <a:cubicBezTo>
                    <a:pt x="434467" y="289687"/>
                    <a:pt x="425069" y="268732"/>
                    <a:pt x="414274" y="248285"/>
                  </a:cubicBezTo>
                  <a:cubicBezTo>
                    <a:pt x="403479" y="227838"/>
                    <a:pt x="391033" y="208407"/>
                    <a:pt x="377317" y="189865"/>
                  </a:cubicBezTo>
                  <a:cubicBezTo>
                    <a:pt x="363601" y="171323"/>
                    <a:pt x="348488" y="153797"/>
                    <a:pt x="332232" y="137541"/>
                  </a:cubicBezTo>
                  <a:close/>
                </a:path>
              </a:pathLst>
            </a:custGeom>
            <a:solidFill>
              <a:srgbClr val="879282"/>
            </a:solidFill>
          </p:spPr>
        </p:sp>
      </p:grpSp>
      <p:sp>
        <p:nvSpPr>
          <p:cNvPr id="20" name="Freeform 20"/>
          <p:cNvSpPr/>
          <p:nvPr/>
        </p:nvSpPr>
        <p:spPr>
          <a:xfrm>
            <a:off x="2214048" y="5420735"/>
            <a:ext cx="6048375" cy="1781175"/>
          </a:xfrm>
          <a:custGeom>
            <a:avLst/>
            <a:gdLst/>
            <a:ahLst/>
            <a:cxnLst/>
            <a:rect l="l" t="t" r="r" b="b"/>
            <a:pathLst>
              <a:path w="6048375" h="1781175">
                <a:moveTo>
                  <a:pt x="0" y="0"/>
                </a:moveTo>
                <a:lnTo>
                  <a:pt x="6048375" y="0"/>
                </a:lnTo>
                <a:lnTo>
                  <a:pt x="6048375" y="1781175"/>
                </a:lnTo>
                <a:lnTo>
                  <a:pt x="0" y="1781175"/>
                </a:lnTo>
                <a:lnTo>
                  <a:pt x="0" y="0"/>
                </a:lnTo>
                <a:close/>
              </a:path>
            </a:pathLst>
          </a:custGeom>
          <a:blipFill>
            <a:blip r:embed="rId4"/>
            <a:stretch>
              <a:fillRect t="-2685" b="-2662"/>
            </a:stretch>
          </a:blipFill>
        </p:spPr>
      </p:sp>
      <p:grpSp>
        <p:nvGrpSpPr>
          <p:cNvPr id="21" name="Group 21"/>
          <p:cNvGrpSpPr>
            <a:grpSpLocks noChangeAspect="1"/>
          </p:cNvGrpSpPr>
          <p:nvPr/>
        </p:nvGrpSpPr>
        <p:grpSpPr>
          <a:xfrm>
            <a:off x="0" y="6953364"/>
            <a:ext cx="2214048" cy="2842165"/>
            <a:chOff x="0" y="0"/>
            <a:chExt cx="2214042" cy="2842158"/>
          </a:xfrm>
        </p:grpSpPr>
        <p:sp>
          <p:nvSpPr>
            <p:cNvPr id="22" name="Freeform 22"/>
            <p:cNvSpPr/>
            <p:nvPr/>
          </p:nvSpPr>
          <p:spPr>
            <a:xfrm>
              <a:off x="0" y="0"/>
              <a:ext cx="2213991" cy="2842133"/>
            </a:xfrm>
            <a:custGeom>
              <a:avLst/>
              <a:gdLst/>
              <a:ahLst/>
              <a:cxnLst/>
              <a:rect l="l" t="t" r="r" b="b"/>
              <a:pathLst>
                <a:path w="2213991" h="2842133">
                  <a:moveTo>
                    <a:pt x="0" y="2842133"/>
                  </a:moveTo>
                  <a:lnTo>
                    <a:pt x="2213991" y="2842133"/>
                  </a:lnTo>
                  <a:lnTo>
                    <a:pt x="2213991" y="0"/>
                  </a:lnTo>
                  <a:lnTo>
                    <a:pt x="0" y="0"/>
                  </a:lnTo>
                  <a:close/>
                </a:path>
              </a:pathLst>
            </a:custGeom>
            <a:solidFill>
              <a:srgbClr val="000000">
                <a:alpha val="0"/>
              </a:srgbClr>
            </a:solidFill>
          </p:spPr>
        </p:sp>
      </p:grpSp>
      <p:sp>
        <p:nvSpPr>
          <p:cNvPr id="23" name="TextBox 23"/>
          <p:cNvSpPr txBox="1"/>
          <p:nvPr/>
        </p:nvSpPr>
        <p:spPr>
          <a:xfrm>
            <a:off x="791708" y="457438"/>
            <a:ext cx="996886" cy="834047"/>
          </a:xfrm>
          <a:prstGeom prst="rect">
            <a:avLst/>
          </a:prstGeom>
        </p:spPr>
        <p:txBody>
          <a:bodyPr lIns="0" tIns="0" rIns="0" bIns="0" rtlCol="0" anchor="t">
            <a:spAutoFit/>
          </a:bodyPr>
          <a:lstStyle/>
          <a:p>
            <a:pPr algn="ctr">
              <a:lnSpc>
                <a:spcPts val="3298"/>
              </a:lnSpc>
            </a:pPr>
            <a:r>
              <a:rPr lang="en-US" sz="2399">
                <a:solidFill>
                  <a:srgbClr val="000000"/>
                </a:solidFill>
                <a:latin typeface="CAT Neuzeit"/>
                <a:ea typeface="CAT Neuzeit"/>
                <a:cs typeface="CAT Neuzeit"/>
                <a:sym typeface="CAT Neuzeit"/>
              </a:rPr>
              <a:t>Tv Ad Budget</a:t>
            </a:r>
          </a:p>
        </p:txBody>
      </p:sp>
      <p:sp>
        <p:nvSpPr>
          <p:cNvPr id="24" name="TextBox 24"/>
          <p:cNvSpPr txBox="1"/>
          <p:nvPr/>
        </p:nvSpPr>
        <p:spPr>
          <a:xfrm>
            <a:off x="1011679" y="1514713"/>
            <a:ext cx="548183"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50K</a:t>
            </a:r>
          </a:p>
        </p:txBody>
      </p:sp>
      <p:sp>
        <p:nvSpPr>
          <p:cNvPr id="25" name="TextBox 25"/>
          <p:cNvSpPr txBox="1"/>
          <p:nvPr/>
        </p:nvSpPr>
        <p:spPr>
          <a:xfrm>
            <a:off x="932507" y="2410063"/>
            <a:ext cx="709460"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100K</a:t>
            </a:r>
          </a:p>
        </p:txBody>
      </p:sp>
      <p:sp>
        <p:nvSpPr>
          <p:cNvPr id="26" name="TextBox 26"/>
          <p:cNvSpPr txBox="1"/>
          <p:nvPr/>
        </p:nvSpPr>
        <p:spPr>
          <a:xfrm>
            <a:off x="1004087" y="3305413"/>
            <a:ext cx="563413"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80K</a:t>
            </a:r>
          </a:p>
        </p:txBody>
      </p:sp>
      <p:sp>
        <p:nvSpPr>
          <p:cNvPr id="27" name="TextBox 27"/>
          <p:cNvSpPr txBox="1"/>
          <p:nvPr/>
        </p:nvSpPr>
        <p:spPr>
          <a:xfrm>
            <a:off x="945452" y="4200763"/>
            <a:ext cx="683047"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120K</a:t>
            </a:r>
          </a:p>
        </p:txBody>
      </p:sp>
      <p:sp>
        <p:nvSpPr>
          <p:cNvPr id="28" name="TextBox 28"/>
          <p:cNvSpPr txBox="1"/>
          <p:nvPr/>
        </p:nvSpPr>
        <p:spPr>
          <a:xfrm>
            <a:off x="2778252" y="457438"/>
            <a:ext cx="871652" cy="834047"/>
          </a:xfrm>
          <a:prstGeom prst="rect">
            <a:avLst/>
          </a:prstGeom>
        </p:spPr>
        <p:txBody>
          <a:bodyPr lIns="0" tIns="0" rIns="0" bIns="0" rtlCol="0" anchor="t">
            <a:spAutoFit/>
          </a:bodyPr>
          <a:lstStyle/>
          <a:p>
            <a:pPr algn="ctr">
              <a:lnSpc>
                <a:spcPts val="3298"/>
              </a:lnSpc>
            </a:pPr>
            <a:r>
              <a:rPr lang="en-US" sz="2399">
                <a:solidFill>
                  <a:srgbClr val="000000"/>
                </a:solidFill>
                <a:latin typeface="CAT Neuzeit"/>
                <a:ea typeface="CAT Neuzeit"/>
                <a:cs typeface="CAT Neuzeit"/>
                <a:sym typeface="CAT Neuzeit"/>
              </a:rPr>
              <a:t>Actual Sales</a:t>
            </a:r>
          </a:p>
        </p:txBody>
      </p:sp>
      <p:sp>
        <p:nvSpPr>
          <p:cNvPr id="29" name="TextBox 29"/>
          <p:cNvSpPr txBox="1"/>
          <p:nvPr/>
        </p:nvSpPr>
        <p:spPr>
          <a:xfrm>
            <a:off x="3050457" y="1514713"/>
            <a:ext cx="316373"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14</a:t>
            </a:r>
          </a:p>
        </p:txBody>
      </p:sp>
      <p:sp>
        <p:nvSpPr>
          <p:cNvPr id="30" name="TextBox 30"/>
          <p:cNvSpPr txBox="1"/>
          <p:nvPr/>
        </p:nvSpPr>
        <p:spPr>
          <a:xfrm>
            <a:off x="3038704" y="2410063"/>
            <a:ext cx="340300"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28</a:t>
            </a:r>
          </a:p>
        </p:txBody>
      </p:sp>
      <p:sp>
        <p:nvSpPr>
          <p:cNvPr id="31" name="TextBox 31"/>
          <p:cNvSpPr txBox="1"/>
          <p:nvPr/>
        </p:nvSpPr>
        <p:spPr>
          <a:xfrm>
            <a:off x="3046143" y="3305413"/>
            <a:ext cx="32506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22</a:t>
            </a:r>
          </a:p>
        </p:txBody>
      </p:sp>
      <p:sp>
        <p:nvSpPr>
          <p:cNvPr id="32" name="TextBox 32"/>
          <p:cNvSpPr txBox="1"/>
          <p:nvPr/>
        </p:nvSpPr>
        <p:spPr>
          <a:xfrm>
            <a:off x="3046143" y="4200763"/>
            <a:ext cx="32506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35</a:t>
            </a:r>
          </a:p>
        </p:txBody>
      </p:sp>
      <p:sp>
        <p:nvSpPr>
          <p:cNvPr id="33" name="TextBox 33"/>
          <p:cNvSpPr txBox="1"/>
          <p:nvPr/>
        </p:nvSpPr>
        <p:spPr>
          <a:xfrm>
            <a:off x="4598337" y="457438"/>
            <a:ext cx="1360475" cy="834047"/>
          </a:xfrm>
          <a:prstGeom prst="rect">
            <a:avLst/>
          </a:prstGeom>
        </p:spPr>
        <p:txBody>
          <a:bodyPr lIns="0" tIns="0" rIns="0" bIns="0" rtlCol="0" anchor="t">
            <a:spAutoFit/>
          </a:bodyPr>
          <a:lstStyle/>
          <a:p>
            <a:pPr algn="ctr">
              <a:lnSpc>
                <a:spcPts val="3298"/>
              </a:lnSpc>
            </a:pPr>
            <a:r>
              <a:rPr lang="en-US" sz="2399">
                <a:solidFill>
                  <a:srgbClr val="000000"/>
                </a:solidFill>
                <a:latin typeface="CAT Neuzeit"/>
                <a:ea typeface="CAT Neuzeit"/>
                <a:cs typeface="CAT Neuzeit"/>
                <a:sym typeface="CAT Neuzeit"/>
              </a:rPr>
              <a:t>Predicted Sales</a:t>
            </a:r>
          </a:p>
        </p:txBody>
      </p:sp>
      <p:sp>
        <p:nvSpPr>
          <p:cNvPr id="34" name="TextBox 34"/>
          <p:cNvSpPr txBox="1"/>
          <p:nvPr/>
        </p:nvSpPr>
        <p:spPr>
          <a:xfrm>
            <a:off x="4997491" y="1514713"/>
            <a:ext cx="546002"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13.5</a:t>
            </a:r>
          </a:p>
        </p:txBody>
      </p:sp>
      <p:sp>
        <p:nvSpPr>
          <p:cNvPr id="35" name="TextBox 35"/>
          <p:cNvSpPr txBox="1"/>
          <p:nvPr/>
        </p:nvSpPr>
        <p:spPr>
          <a:xfrm>
            <a:off x="5092894" y="2410063"/>
            <a:ext cx="351482"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30</a:t>
            </a:r>
          </a:p>
        </p:txBody>
      </p:sp>
      <p:sp>
        <p:nvSpPr>
          <p:cNvPr id="36" name="TextBox 36"/>
          <p:cNvSpPr txBox="1"/>
          <p:nvPr/>
        </p:nvSpPr>
        <p:spPr>
          <a:xfrm>
            <a:off x="5119383" y="3305413"/>
            <a:ext cx="29740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21</a:t>
            </a:r>
          </a:p>
        </p:txBody>
      </p:sp>
      <p:sp>
        <p:nvSpPr>
          <p:cNvPr id="37" name="TextBox 37"/>
          <p:cNvSpPr txBox="1"/>
          <p:nvPr/>
        </p:nvSpPr>
        <p:spPr>
          <a:xfrm>
            <a:off x="5105838" y="4200763"/>
            <a:ext cx="32506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32</a:t>
            </a:r>
          </a:p>
        </p:txBody>
      </p:sp>
      <p:sp>
        <p:nvSpPr>
          <p:cNvPr id="38" name="TextBox 38"/>
          <p:cNvSpPr txBox="1"/>
          <p:nvPr/>
        </p:nvSpPr>
        <p:spPr>
          <a:xfrm>
            <a:off x="11302689" y="5109467"/>
            <a:ext cx="871652" cy="834047"/>
          </a:xfrm>
          <a:prstGeom prst="rect">
            <a:avLst/>
          </a:prstGeom>
        </p:spPr>
        <p:txBody>
          <a:bodyPr lIns="0" tIns="0" rIns="0" bIns="0" rtlCol="0" anchor="t">
            <a:spAutoFit/>
          </a:bodyPr>
          <a:lstStyle/>
          <a:p>
            <a:pPr algn="ctr">
              <a:lnSpc>
                <a:spcPts val="3298"/>
              </a:lnSpc>
            </a:pPr>
            <a:r>
              <a:rPr lang="en-US" sz="2399">
                <a:solidFill>
                  <a:srgbClr val="000000"/>
                </a:solidFill>
                <a:latin typeface="CAT Neuzeit"/>
                <a:ea typeface="CAT Neuzeit"/>
                <a:cs typeface="CAT Neuzeit"/>
                <a:sym typeface="CAT Neuzeit"/>
              </a:rPr>
              <a:t>Actual Sales</a:t>
            </a:r>
          </a:p>
        </p:txBody>
      </p:sp>
      <p:sp>
        <p:nvSpPr>
          <p:cNvPr id="39" name="TextBox 39"/>
          <p:cNvSpPr txBox="1"/>
          <p:nvPr/>
        </p:nvSpPr>
        <p:spPr>
          <a:xfrm>
            <a:off x="11574894" y="6166742"/>
            <a:ext cx="316373"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14</a:t>
            </a:r>
          </a:p>
        </p:txBody>
      </p:sp>
      <p:sp>
        <p:nvSpPr>
          <p:cNvPr id="40" name="TextBox 40"/>
          <p:cNvSpPr txBox="1"/>
          <p:nvPr/>
        </p:nvSpPr>
        <p:spPr>
          <a:xfrm>
            <a:off x="11563140" y="7062092"/>
            <a:ext cx="340300"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28</a:t>
            </a:r>
          </a:p>
        </p:txBody>
      </p:sp>
      <p:sp>
        <p:nvSpPr>
          <p:cNvPr id="41" name="TextBox 41"/>
          <p:cNvSpPr txBox="1"/>
          <p:nvPr/>
        </p:nvSpPr>
        <p:spPr>
          <a:xfrm>
            <a:off x="11570579" y="7957442"/>
            <a:ext cx="32506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22</a:t>
            </a:r>
          </a:p>
        </p:txBody>
      </p:sp>
      <p:sp>
        <p:nvSpPr>
          <p:cNvPr id="42" name="TextBox 42"/>
          <p:cNvSpPr txBox="1"/>
          <p:nvPr/>
        </p:nvSpPr>
        <p:spPr>
          <a:xfrm>
            <a:off x="11570579" y="8852792"/>
            <a:ext cx="32506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35</a:t>
            </a:r>
          </a:p>
        </p:txBody>
      </p:sp>
      <p:sp>
        <p:nvSpPr>
          <p:cNvPr id="43" name="TextBox 43"/>
          <p:cNvSpPr txBox="1"/>
          <p:nvPr/>
        </p:nvSpPr>
        <p:spPr>
          <a:xfrm>
            <a:off x="12829623" y="5109467"/>
            <a:ext cx="1360465" cy="834047"/>
          </a:xfrm>
          <a:prstGeom prst="rect">
            <a:avLst/>
          </a:prstGeom>
        </p:spPr>
        <p:txBody>
          <a:bodyPr lIns="0" tIns="0" rIns="0" bIns="0" rtlCol="0" anchor="t">
            <a:spAutoFit/>
          </a:bodyPr>
          <a:lstStyle/>
          <a:p>
            <a:pPr algn="ctr">
              <a:lnSpc>
                <a:spcPts val="3298"/>
              </a:lnSpc>
            </a:pPr>
            <a:r>
              <a:rPr lang="en-US" sz="2399">
                <a:solidFill>
                  <a:srgbClr val="000000"/>
                </a:solidFill>
                <a:latin typeface="CAT Neuzeit"/>
                <a:ea typeface="CAT Neuzeit"/>
                <a:cs typeface="CAT Neuzeit"/>
                <a:sym typeface="CAT Neuzeit"/>
              </a:rPr>
              <a:t>Predicted Sales</a:t>
            </a:r>
          </a:p>
        </p:txBody>
      </p:sp>
      <p:sp>
        <p:nvSpPr>
          <p:cNvPr id="44" name="TextBox 44"/>
          <p:cNvSpPr txBox="1"/>
          <p:nvPr/>
        </p:nvSpPr>
        <p:spPr>
          <a:xfrm>
            <a:off x="13228930" y="6166742"/>
            <a:ext cx="546011"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13.5</a:t>
            </a:r>
          </a:p>
        </p:txBody>
      </p:sp>
      <p:sp>
        <p:nvSpPr>
          <p:cNvPr id="45" name="TextBox 45"/>
          <p:cNvSpPr txBox="1"/>
          <p:nvPr/>
        </p:nvSpPr>
        <p:spPr>
          <a:xfrm>
            <a:off x="13324180" y="7062092"/>
            <a:ext cx="351482"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30</a:t>
            </a:r>
          </a:p>
        </p:txBody>
      </p:sp>
      <p:sp>
        <p:nvSpPr>
          <p:cNvPr id="46" name="TextBox 46"/>
          <p:cNvSpPr txBox="1"/>
          <p:nvPr/>
        </p:nvSpPr>
        <p:spPr>
          <a:xfrm>
            <a:off x="13350812" y="7957442"/>
            <a:ext cx="29740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21</a:t>
            </a:r>
          </a:p>
        </p:txBody>
      </p:sp>
      <p:sp>
        <p:nvSpPr>
          <p:cNvPr id="47" name="TextBox 47"/>
          <p:cNvSpPr txBox="1"/>
          <p:nvPr/>
        </p:nvSpPr>
        <p:spPr>
          <a:xfrm>
            <a:off x="13337124" y="8852792"/>
            <a:ext cx="32506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32</a:t>
            </a:r>
          </a:p>
        </p:txBody>
      </p:sp>
      <p:sp>
        <p:nvSpPr>
          <p:cNvPr id="48" name="TextBox 48"/>
          <p:cNvSpPr txBox="1"/>
          <p:nvPr/>
        </p:nvSpPr>
        <p:spPr>
          <a:xfrm>
            <a:off x="15046566" y="6166742"/>
            <a:ext cx="43755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0.5</a:t>
            </a:r>
          </a:p>
        </p:txBody>
      </p:sp>
      <p:sp>
        <p:nvSpPr>
          <p:cNvPr id="49" name="TextBox 49"/>
          <p:cNvSpPr txBox="1"/>
          <p:nvPr/>
        </p:nvSpPr>
        <p:spPr>
          <a:xfrm>
            <a:off x="15117404" y="7062092"/>
            <a:ext cx="293056"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a:t>
            </a:r>
          </a:p>
        </p:txBody>
      </p:sp>
      <p:sp>
        <p:nvSpPr>
          <p:cNvPr id="50" name="TextBox 50"/>
          <p:cNvSpPr txBox="1"/>
          <p:nvPr/>
        </p:nvSpPr>
        <p:spPr>
          <a:xfrm>
            <a:off x="15194947" y="7957442"/>
            <a:ext cx="134884"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a:t>
            </a:r>
          </a:p>
        </p:txBody>
      </p:sp>
      <p:sp>
        <p:nvSpPr>
          <p:cNvPr id="51" name="TextBox 51"/>
          <p:cNvSpPr txBox="1"/>
          <p:nvPr/>
        </p:nvSpPr>
        <p:spPr>
          <a:xfrm>
            <a:off x="15181402" y="8852792"/>
            <a:ext cx="162544"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a:t>
            </a:r>
          </a:p>
        </p:txBody>
      </p:sp>
      <p:sp>
        <p:nvSpPr>
          <p:cNvPr id="52" name="TextBox 52"/>
          <p:cNvSpPr txBox="1"/>
          <p:nvPr/>
        </p:nvSpPr>
        <p:spPr>
          <a:xfrm>
            <a:off x="14786115" y="5309492"/>
            <a:ext cx="968940" cy="424472"/>
          </a:xfrm>
          <a:prstGeom prst="rect">
            <a:avLst/>
          </a:prstGeom>
        </p:spPr>
        <p:txBody>
          <a:bodyPr lIns="0" tIns="0" rIns="0" bIns="0" rtlCol="0" anchor="t">
            <a:spAutoFit/>
          </a:bodyPr>
          <a:lstStyle/>
          <a:p>
            <a:pPr algn="l">
              <a:lnSpc>
                <a:spcPts val="3358"/>
              </a:lnSpc>
            </a:pPr>
            <a:r>
              <a:rPr lang="en-US" sz="2399">
                <a:solidFill>
                  <a:srgbClr val="000000"/>
                </a:solidFill>
                <a:latin typeface="CAT Neuzeit"/>
                <a:ea typeface="CAT Neuzeit"/>
                <a:cs typeface="CAT Neuzeit"/>
                <a:sym typeface="CAT Neuzeit"/>
              </a:rPr>
              <a:t>yt - yp</a:t>
            </a:r>
          </a:p>
        </p:txBody>
      </p:sp>
      <p:sp>
        <p:nvSpPr>
          <p:cNvPr id="53" name="TextBox 53"/>
          <p:cNvSpPr txBox="1"/>
          <p:nvPr/>
        </p:nvSpPr>
        <p:spPr>
          <a:xfrm>
            <a:off x="16821864" y="6166742"/>
            <a:ext cx="43755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0.5</a:t>
            </a:r>
          </a:p>
        </p:txBody>
      </p:sp>
      <p:sp>
        <p:nvSpPr>
          <p:cNvPr id="54" name="TextBox 54"/>
          <p:cNvSpPr txBox="1"/>
          <p:nvPr/>
        </p:nvSpPr>
        <p:spPr>
          <a:xfrm>
            <a:off x="16956700" y="7062092"/>
            <a:ext cx="162544"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a:t>
            </a:r>
          </a:p>
        </p:txBody>
      </p:sp>
      <p:sp>
        <p:nvSpPr>
          <p:cNvPr id="55" name="TextBox 55"/>
          <p:cNvSpPr txBox="1"/>
          <p:nvPr/>
        </p:nvSpPr>
        <p:spPr>
          <a:xfrm>
            <a:off x="16970245" y="7957442"/>
            <a:ext cx="134884"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a:t>
            </a:r>
          </a:p>
        </p:txBody>
      </p:sp>
      <p:sp>
        <p:nvSpPr>
          <p:cNvPr id="56" name="TextBox 56"/>
          <p:cNvSpPr txBox="1"/>
          <p:nvPr/>
        </p:nvSpPr>
        <p:spPr>
          <a:xfrm>
            <a:off x="16956700" y="8852792"/>
            <a:ext cx="162544"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a:t>
            </a:r>
          </a:p>
        </p:txBody>
      </p:sp>
      <p:sp>
        <p:nvSpPr>
          <p:cNvPr id="57" name="TextBox 57"/>
          <p:cNvSpPr txBox="1"/>
          <p:nvPr/>
        </p:nvSpPr>
        <p:spPr>
          <a:xfrm>
            <a:off x="16495043" y="5309492"/>
            <a:ext cx="1104395" cy="424472"/>
          </a:xfrm>
          <a:prstGeom prst="rect">
            <a:avLst/>
          </a:prstGeom>
        </p:spPr>
        <p:txBody>
          <a:bodyPr lIns="0" tIns="0" rIns="0" bIns="0" rtlCol="0" anchor="t">
            <a:spAutoFit/>
          </a:bodyPr>
          <a:lstStyle/>
          <a:p>
            <a:pPr algn="l">
              <a:lnSpc>
                <a:spcPts val="3358"/>
              </a:lnSpc>
            </a:pPr>
            <a:r>
              <a:rPr lang="en-US" sz="2399">
                <a:solidFill>
                  <a:srgbClr val="000000"/>
                </a:solidFill>
                <a:latin typeface="CAT Neuzeit"/>
                <a:ea typeface="CAT Neuzeit"/>
                <a:cs typeface="CAT Neuzeit"/>
                <a:sym typeface="CAT Neuzeit"/>
              </a:rPr>
              <a:t>|yt - yp|</a:t>
            </a:r>
          </a:p>
        </p:txBody>
      </p:sp>
      <p:sp>
        <p:nvSpPr>
          <p:cNvPr id="58" name="TextBox 58"/>
          <p:cNvSpPr txBox="1"/>
          <p:nvPr/>
        </p:nvSpPr>
        <p:spPr>
          <a:xfrm>
            <a:off x="1347845" y="7361958"/>
            <a:ext cx="8790642" cy="2241728"/>
          </a:xfrm>
          <a:prstGeom prst="rect">
            <a:avLst/>
          </a:prstGeom>
        </p:spPr>
        <p:txBody>
          <a:bodyPr lIns="0" tIns="0" rIns="0" bIns="0" rtlCol="0" anchor="t">
            <a:spAutoFit/>
          </a:bodyPr>
          <a:lstStyle/>
          <a:p>
            <a:pPr algn="l">
              <a:lnSpc>
                <a:spcPts val="5774"/>
              </a:lnSpc>
            </a:pPr>
            <a:r>
              <a:rPr lang="en-US" sz="4125">
                <a:solidFill>
                  <a:srgbClr val="4D6259"/>
                </a:solidFill>
                <a:latin typeface="Mukta Mahee"/>
                <a:ea typeface="Mukta Mahee"/>
                <a:cs typeface="Mukta Mahee"/>
                <a:sym typeface="Mukta Mahee"/>
              </a:rPr>
              <a:t>MAE = 6.5/4 = 1.625 If your model is predicting closer to the actual value, It’s doing well.</a:t>
            </a:r>
          </a:p>
        </p:txBody>
      </p:sp>
      <p:sp>
        <p:nvSpPr>
          <p:cNvPr id="59" name="TextBox 59"/>
          <p:cNvSpPr txBox="1"/>
          <p:nvPr/>
        </p:nvSpPr>
        <p:spPr>
          <a:xfrm>
            <a:off x="7375074" y="1099566"/>
            <a:ext cx="8708355" cy="2241737"/>
          </a:xfrm>
          <a:prstGeom prst="rect">
            <a:avLst/>
          </a:prstGeom>
        </p:spPr>
        <p:txBody>
          <a:bodyPr lIns="0" tIns="0" rIns="0" bIns="0" rtlCol="0" anchor="t">
            <a:spAutoFit/>
          </a:bodyPr>
          <a:lstStyle/>
          <a:p>
            <a:pPr algn="l">
              <a:lnSpc>
                <a:spcPts val="5774"/>
              </a:lnSpc>
            </a:pPr>
            <a:r>
              <a:rPr lang="en-US" sz="4125">
                <a:solidFill>
                  <a:srgbClr val="4D6259"/>
                </a:solidFill>
                <a:latin typeface="Mukta Mahee"/>
                <a:ea typeface="Mukta Mahee"/>
                <a:cs typeface="Mukta Mahee"/>
                <a:sym typeface="Mukta Mahee"/>
              </a:rPr>
              <a:t>Mean Absolute Error - MAE ⟶ average of absolute differences between actual and predicted values.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EEE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03892" y="146047"/>
            <a:ext cx="6272527" cy="5060947"/>
            <a:chOff x="0" y="0"/>
            <a:chExt cx="6272530" cy="5060950"/>
          </a:xfrm>
        </p:grpSpPr>
        <p:sp>
          <p:nvSpPr>
            <p:cNvPr id="3" name="Freeform 3"/>
            <p:cNvSpPr/>
            <p:nvPr/>
          </p:nvSpPr>
          <p:spPr>
            <a:xfrm>
              <a:off x="63500" y="82550"/>
              <a:ext cx="6145530" cy="4895850"/>
            </a:xfrm>
            <a:custGeom>
              <a:avLst/>
              <a:gdLst/>
              <a:ahLst/>
              <a:cxnLst/>
              <a:rect l="l" t="t" r="r" b="b"/>
              <a:pathLst>
                <a:path w="6145530" h="4895850">
                  <a:moveTo>
                    <a:pt x="19050" y="19050"/>
                  </a:moveTo>
                  <a:lnTo>
                    <a:pt x="19050" y="4876800"/>
                  </a:lnTo>
                  <a:moveTo>
                    <a:pt x="2007108" y="19050"/>
                  </a:moveTo>
                  <a:lnTo>
                    <a:pt x="2007108" y="4876800"/>
                  </a:lnTo>
                  <a:moveTo>
                    <a:pt x="3869309" y="19050"/>
                  </a:moveTo>
                  <a:lnTo>
                    <a:pt x="3869309" y="4876800"/>
                  </a:lnTo>
                  <a:moveTo>
                    <a:pt x="6126480" y="19050"/>
                  </a:moveTo>
                  <a:lnTo>
                    <a:pt x="6126480" y="4876800"/>
                  </a:lnTo>
                  <a:moveTo>
                    <a:pt x="0" y="0"/>
                  </a:moveTo>
                  <a:lnTo>
                    <a:pt x="6145530" y="0"/>
                  </a:lnTo>
                  <a:moveTo>
                    <a:pt x="0" y="1314450"/>
                  </a:moveTo>
                  <a:lnTo>
                    <a:pt x="6145530" y="1314450"/>
                  </a:lnTo>
                  <a:moveTo>
                    <a:pt x="0" y="2209800"/>
                  </a:moveTo>
                  <a:lnTo>
                    <a:pt x="6145530" y="2209800"/>
                  </a:lnTo>
                  <a:moveTo>
                    <a:pt x="0" y="3105150"/>
                  </a:moveTo>
                  <a:lnTo>
                    <a:pt x="6145530" y="3105150"/>
                  </a:lnTo>
                  <a:moveTo>
                    <a:pt x="0" y="4000500"/>
                  </a:moveTo>
                  <a:lnTo>
                    <a:pt x="6145530" y="4000500"/>
                  </a:lnTo>
                  <a:moveTo>
                    <a:pt x="0" y="4895850"/>
                  </a:moveTo>
                  <a:lnTo>
                    <a:pt x="6145530" y="4895850"/>
                  </a:lnTo>
                </a:path>
              </a:pathLst>
            </a:custGeom>
            <a:solidFill>
              <a:srgbClr val="000000"/>
            </a:solidFill>
          </p:spPr>
        </p:sp>
        <p:sp>
          <p:nvSpPr>
            <p:cNvPr id="4" name="Freeform 4"/>
            <p:cNvSpPr/>
            <p:nvPr/>
          </p:nvSpPr>
          <p:spPr>
            <a:xfrm>
              <a:off x="63500" y="63500"/>
              <a:ext cx="6145530" cy="4933950"/>
            </a:xfrm>
            <a:custGeom>
              <a:avLst/>
              <a:gdLst/>
              <a:ahLst/>
              <a:cxnLst/>
              <a:rect l="l" t="t" r="r" b="b"/>
              <a:pathLst>
                <a:path w="6145530" h="4933950">
                  <a:moveTo>
                    <a:pt x="38100" y="38100"/>
                  </a:moveTo>
                  <a:lnTo>
                    <a:pt x="38100" y="4895850"/>
                  </a:lnTo>
                  <a:lnTo>
                    <a:pt x="0" y="4895850"/>
                  </a:lnTo>
                  <a:lnTo>
                    <a:pt x="0" y="38100"/>
                  </a:lnTo>
                  <a:close/>
                  <a:moveTo>
                    <a:pt x="2026158" y="38100"/>
                  </a:moveTo>
                  <a:lnTo>
                    <a:pt x="2026158" y="4895850"/>
                  </a:lnTo>
                  <a:lnTo>
                    <a:pt x="1988058" y="4895850"/>
                  </a:lnTo>
                  <a:lnTo>
                    <a:pt x="1988058" y="38100"/>
                  </a:lnTo>
                  <a:close/>
                  <a:moveTo>
                    <a:pt x="3888359" y="38100"/>
                  </a:moveTo>
                  <a:lnTo>
                    <a:pt x="3888359" y="4895850"/>
                  </a:lnTo>
                  <a:lnTo>
                    <a:pt x="3850259" y="4895850"/>
                  </a:lnTo>
                  <a:lnTo>
                    <a:pt x="3850259" y="38100"/>
                  </a:lnTo>
                  <a:close/>
                  <a:moveTo>
                    <a:pt x="6145530" y="38100"/>
                  </a:moveTo>
                  <a:lnTo>
                    <a:pt x="6145530" y="4895850"/>
                  </a:lnTo>
                  <a:lnTo>
                    <a:pt x="6107430" y="4895850"/>
                  </a:lnTo>
                  <a:lnTo>
                    <a:pt x="6107430" y="38100"/>
                  </a:lnTo>
                  <a:close/>
                  <a:moveTo>
                    <a:pt x="0" y="0"/>
                  </a:moveTo>
                  <a:lnTo>
                    <a:pt x="6145530" y="0"/>
                  </a:lnTo>
                  <a:lnTo>
                    <a:pt x="6145530" y="38100"/>
                  </a:lnTo>
                  <a:lnTo>
                    <a:pt x="0" y="38100"/>
                  </a:lnTo>
                  <a:close/>
                  <a:moveTo>
                    <a:pt x="0" y="1314450"/>
                  </a:moveTo>
                  <a:lnTo>
                    <a:pt x="6145530" y="1314450"/>
                  </a:lnTo>
                  <a:lnTo>
                    <a:pt x="6145530" y="1352550"/>
                  </a:lnTo>
                  <a:lnTo>
                    <a:pt x="0" y="1352550"/>
                  </a:lnTo>
                  <a:close/>
                  <a:moveTo>
                    <a:pt x="0" y="2209800"/>
                  </a:moveTo>
                  <a:lnTo>
                    <a:pt x="6145530" y="2209800"/>
                  </a:lnTo>
                  <a:lnTo>
                    <a:pt x="6145530" y="2247900"/>
                  </a:lnTo>
                  <a:lnTo>
                    <a:pt x="0" y="2247900"/>
                  </a:lnTo>
                  <a:close/>
                  <a:moveTo>
                    <a:pt x="0" y="3105150"/>
                  </a:moveTo>
                  <a:lnTo>
                    <a:pt x="6145530" y="3105150"/>
                  </a:lnTo>
                  <a:lnTo>
                    <a:pt x="6145530" y="3143250"/>
                  </a:lnTo>
                  <a:lnTo>
                    <a:pt x="0" y="3143250"/>
                  </a:lnTo>
                  <a:close/>
                  <a:moveTo>
                    <a:pt x="0" y="4000500"/>
                  </a:moveTo>
                  <a:lnTo>
                    <a:pt x="6145530" y="4000500"/>
                  </a:lnTo>
                  <a:lnTo>
                    <a:pt x="6145530" y="4038600"/>
                  </a:lnTo>
                  <a:lnTo>
                    <a:pt x="0" y="4038600"/>
                  </a:lnTo>
                  <a:close/>
                  <a:moveTo>
                    <a:pt x="0" y="4895850"/>
                  </a:moveTo>
                  <a:lnTo>
                    <a:pt x="6145530" y="4895850"/>
                  </a:lnTo>
                  <a:lnTo>
                    <a:pt x="6145530" y="4933950"/>
                  </a:lnTo>
                  <a:lnTo>
                    <a:pt x="0" y="4933950"/>
                  </a:lnTo>
                  <a:close/>
                </a:path>
              </a:pathLst>
            </a:custGeom>
            <a:solidFill>
              <a:srgbClr val="000000"/>
            </a:solidFill>
          </p:spPr>
        </p:sp>
      </p:grpSp>
      <p:grpSp>
        <p:nvGrpSpPr>
          <p:cNvPr id="5" name="Group 5"/>
          <p:cNvGrpSpPr>
            <a:grpSpLocks noChangeAspect="1"/>
          </p:cNvGrpSpPr>
          <p:nvPr/>
        </p:nvGrpSpPr>
        <p:grpSpPr>
          <a:xfrm>
            <a:off x="-26222" y="6889861"/>
            <a:ext cx="2299030" cy="2963247"/>
            <a:chOff x="0" y="0"/>
            <a:chExt cx="2299030" cy="2963253"/>
          </a:xfrm>
        </p:grpSpPr>
        <p:sp>
          <p:nvSpPr>
            <p:cNvPr id="6" name="Freeform 6"/>
            <p:cNvSpPr/>
            <p:nvPr/>
          </p:nvSpPr>
          <p:spPr>
            <a:xfrm>
              <a:off x="123698" y="2027174"/>
              <a:ext cx="804418" cy="804926"/>
            </a:xfrm>
            <a:custGeom>
              <a:avLst/>
              <a:gdLst/>
              <a:ahLst/>
              <a:cxnLst/>
              <a:rect l="l" t="t" r="r" b="b"/>
              <a:pathLst>
                <a:path w="804418" h="804926">
                  <a:moveTo>
                    <a:pt x="402336" y="804926"/>
                  </a:moveTo>
                  <a:cubicBezTo>
                    <a:pt x="394716" y="804926"/>
                    <a:pt x="386969" y="804672"/>
                    <a:pt x="379349" y="804291"/>
                  </a:cubicBezTo>
                  <a:cubicBezTo>
                    <a:pt x="371729" y="803910"/>
                    <a:pt x="363982" y="803148"/>
                    <a:pt x="356362" y="802259"/>
                  </a:cubicBezTo>
                  <a:cubicBezTo>
                    <a:pt x="348742" y="801370"/>
                    <a:pt x="341122" y="800227"/>
                    <a:pt x="333502" y="798957"/>
                  </a:cubicBezTo>
                  <a:cubicBezTo>
                    <a:pt x="325882" y="797687"/>
                    <a:pt x="318389" y="796163"/>
                    <a:pt x="310896" y="794385"/>
                  </a:cubicBezTo>
                  <a:cubicBezTo>
                    <a:pt x="303403" y="792607"/>
                    <a:pt x="296037" y="790702"/>
                    <a:pt x="288671" y="788543"/>
                  </a:cubicBezTo>
                  <a:cubicBezTo>
                    <a:pt x="281305" y="786384"/>
                    <a:pt x="274066" y="783971"/>
                    <a:pt x="266827" y="781431"/>
                  </a:cubicBezTo>
                  <a:cubicBezTo>
                    <a:pt x="259588" y="778891"/>
                    <a:pt x="252476" y="776097"/>
                    <a:pt x="245364" y="773049"/>
                  </a:cubicBezTo>
                  <a:cubicBezTo>
                    <a:pt x="238252" y="770001"/>
                    <a:pt x="231267" y="766826"/>
                    <a:pt x="224409" y="763397"/>
                  </a:cubicBezTo>
                  <a:cubicBezTo>
                    <a:pt x="217551" y="759968"/>
                    <a:pt x="210693" y="756412"/>
                    <a:pt x="204089" y="752602"/>
                  </a:cubicBezTo>
                  <a:cubicBezTo>
                    <a:pt x="197485" y="748792"/>
                    <a:pt x="190881" y="744855"/>
                    <a:pt x="184404" y="740664"/>
                  </a:cubicBezTo>
                  <a:cubicBezTo>
                    <a:pt x="177927" y="736473"/>
                    <a:pt x="171577" y="732155"/>
                    <a:pt x="165354" y="727583"/>
                  </a:cubicBezTo>
                  <a:cubicBezTo>
                    <a:pt x="159131" y="723011"/>
                    <a:pt x="153035" y="718312"/>
                    <a:pt x="147193" y="713486"/>
                  </a:cubicBezTo>
                  <a:cubicBezTo>
                    <a:pt x="141351" y="708660"/>
                    <a:pt x="135509" y="703580"/>
                    <a:pt x="129794" y="698373"/>
                  </a:cubicBezTo>
                  <a:cubicBezTo>
                    <a:pt x="124079" y="693166"/>
                    <a:pt x="118618" y="687832"/>
                    <a:pt x="113284" y="682244"/>
                  </a:cubicBezTo>
                  <a:cubicBezTo>
                    <a:pt x="107950" y="676656"/>
                    <a:pt x="102743" y="671068"/>
                    <a:pt x="97790" y="665226"/>
                  </a:cubicBezTo>
                  <a:cubicBezTo>
                    <a:pt x="92837" y="659384"/>
                    <a:pt x="87884" y="653415"/>
                    <a:pt x="83312" y="647319"/>
                  </a:cubicBezTo>
                  <a:cubicBezTo>
                    <a:pt x="78740" y="641223"/>
                    <a:pt x="74168" y="635000"/>
                    <a:pt x="69850" y="628650"/>
                  </a:cubicBezTo>
                  <a:cubicBezTo>
                    <a:pt x="65532" y="622300"/>
                    <a:pt x="61341" y="615823"/>
                    <a:pt x="57404" y="609219"/>
                  </a:cubicBezTo>
                  <a:cubicBezTo>
                    <a:pt x="53467" y="602615"/>
                    <a:pt x="49657" y="595884"/>
                    <a:pt x="46101" y="589153"/>
                  </a:cubicBezTo>
                  <a:cubicBezTo>
                    <a:pt x="42545" y="582422"/>
                    <a:pt x="39116" y="575437"/>
                    <a:pt x="35941" y="568452"/>
                  </a:cubicBezTo>
                  <a:cubicBezTo>
                    <a:pt x="32766" y="561467"/>
                    <a:pt x="29845" y="554355"/>
                    <a:pt x="27051" y="547243"/>
                  </a:cubicBezTo>
                  <a:cubicBezTo>
                    <a:pt x="24257" y="540131"/>
                    <a:pt x="21717" y="532892"/>
                    <a:pt x="19431" y="525526"/>
                  </a:cubicBezTo>
                  <a:cubicBezTo>
                    <a:pt x="17145" y="518160"/>
                    <a:pt x="14986" y="510794"/>
                    <a:pt x="12954" y="503428"/>
                  </a:cubicBezTo>
                  <a:cubicBezTo>
                    <a:pt x="10922" y="496062"/>
                    <a:pt x="9271" y="488569"/>
                    <a:pt x="7874" y="480948"/>
                  </a:cubicBezTo>
                  <a:cubicBezTo>
                    <a:pt x="6477" y="473328"/>
                    <a:pt x="5080" y="465835"/>
                    <a:pt x="4064" y="458216"/>
                  </a:cubicBezTo>
                  <a:cubicBezTo>
                    <a:pt x="3048" y="450596"/>
                    <a:pt x="2159" y="442976"/>
                    <a:pt x="1524" y="435356"/>
                  </a:cubicBezTo>
                  <a:cubicBezTo>
                    <a:pt x="889" y="427735"/>
                    <a:pt x="508" y="419988"/>
                    <a:pt x="254" y="412369"/>
                  </a:cubicBezTo>
                  <a:cubicBezTo>
                    <a:pt x="0" y="404749"/>
                    <a:pt x="127" y="397001"/>
                    <a:pt x="381" y="389382"/>
                  </a:cubicBezTo>
                  <a:cubicBezTo>
                    <a:pt x="635" y="381762"/>
                    <a:pt x="1143" y="374015"/>
                    <a:pt x="1778" y="366395"/>
                  </a:cubicBezTo>
                  <a:cubicBezTo>
                    <a:pt x="2413" y="358775"/>
                    <a:pt x="3429" y="351155"/>
                    <a:pt x="4445" y="343535"/>
                  </a:cubicBezTo>
                  <a:cubicBezTo>
                    <a:pt x="5461" y="335915"/>
                    <a:pt x="6858" y="328422"/>
                    <a:pt x="8509" y="320802"/>
                  </a:cubicBezTo>
                  <a:cubicBezTo>
                    <a:pt x="10160" y="313182"/>
                    <a:pt x="11811" y="305816"/>
                    <a:pt x="13843" y="298450"/>
                  </a:cubicBezTo>
                  <a:cubicBezTo>
                    <a:pt x="15875" y="291084"/>
                    <a:pt x="18034" y="283718"/>
                    <a:pt x="20447" y="276352"/>
                  </a:cubicBezTo>
                  <a:cubicBezTo>
                    <a:pt x="22860" y="268986"/>
                    <a:pt x="25527" y="261874"/>
                    <a:pt x="28321" y="254635"/>
                  </a:cubicBezTo>
                  <a:cubicBezTo>
                    <a:pt x="31115" y="247395"/>
                    <a:pt x="34163" y="240411"/>
                    <a:pt x="37338" y="233426"/>
                  </a:cubicBezTo>
                  <a:cubicBezTo>
                    <a:pt x="40513" y="226441"/>
                    <a:pt x="43942" y="219583"/>
                    <a:pt x="47625" y="212852"/>
                  </a:cubicBezTo>
                  <a:cubicBezTo>
                    <a:pt x="51308" y="206121"/>
                    <a:pt x="55118" y="199390"/>
                    <a:pt x="59055" y="192913"/>
                  </a:cubicBezTo>
                  <a:cubicBezTo>
                    <a:pt x="62992" y="186435"/>
                    <a:pt x="67183" y="179959"/>
                    <a:pt x="71628" y="173609"/>
                  </a:cubicBezTo>
                  <a:cubicBezTo>
                    <a:pt x="76073" y="167259"/>
                    <a:pt x="80518" y="161163"/>
                    <a:pt x="85217" y="155066"/>
                  </a:cubicBezTo>
                  <a:cubicBezTo>
                    <a:pt x="89916" y="148970"/>
                    <a:pt x="94869" y="143128"/>
                    <a:pt x="99949" y="137287"/>
                  </a:cubicBezTo>
                  <a:cubicBezTo>
                    <a:pt x="105029" y="131445"/>
                    <a:pt x="110236" y="125857"/>
                    <a:pt x="115570" y="120395"/>
                  </a:cubicBezTo>
                  <a:cubicBezTo>
                    <a:pt x="120904" y="114934"/>
                    <a:pt x="126492" y="109600"/>
                    <a:pt x="132207" y="104394"/>
                  </a:cubicBezTo>
                  <a:cubicBezTo>
                    <a:pt x="137922" y="99187"/>
                    <a:pt x="143764" y="94234"/>
                    <a:pt x="149733" y="89408"/>
                  </a:cubicBezTo>
                  <a:cubicBezTo>
                    <a:pt x="155702" y="84582"/>
                    <a:pt x="161798" y="79883"/>
                    <a:pt x="168021" y="75438"/>
                  </a:cubicBezTo>
                  <a:cubicBezTo>
                    <a:pt x="174244" y="70993"/>
                    <a:pt x="180594" y="66675"/>
                    <a:pt x="187071" y="62611"/>
                  </a:cubicBezTo>
                  <a:cubicBezTo>
                    <a:pt x="193548" y="58547"/>
                    <a:pt x="200152" y="54610"/>
                    <a:pt x="206883" y="50800"/>
                  </a:cubicBezTo>
                  <a:cubicBezTo>
                    <a:pt x="213614" y="46990"/>
                    <a:pt x="220472" y="43561"/>
                    <a:pt x="227330" y="40132"/>
                  </a:cubicBezTo>
                  <a:cubicBezTo>
                    <a:pt x="234188" y="36703"/>
                    <a:pt x="241300" y="33655"/>
                    <a:pt x="248285" y="30734"/>
                  </a:cubicBezTo>
                  <a:cubicBezTo>
                    <a:pt x="255270" y="27813"/>
                    <a:pt x="262509" y="25019"/>
                    <a:pt x="269748" y="22479"/>
                  </a:cubicBezTo>
                  <a:cubicBezTo>
                    <a:pt x="276987" y="19939"/>
                    <a:pt x="284353" y="17653"/>
                    <a:pt x="291719" y="15494"/>
                  </a:cubicBezTo>
                  <a:cubicBezTo>
                    <a:pt x="299085" y="13335"/>
                    <a:pt x="306578" y="11430"/>
                    <a:pt x="314071" y="9779"/>
                  </a:cubicBezTo>
                  <a:cubicBezTo>
                    <a:pt x="321564" y="8128"/>
                    <a:pt x="329057" y="6604"/>
                    <a:pt x="336677" y="5334"/>
                  </a:cubicBezTo>
                  <a:cubicBezTo>
                    <a:pt x="344297" y="4064"/>
                    <a:pt x="351917" y="3048"/>
                    <a:pt x="359537" y="2286"/>
                  </a:cubicBezTo>
                  <a:cubicBezTo>
                    <a:pt x="367157" y="1523"/>
                    <a:pt x="374777" y="889"/>
                    <a:pt x="382524" y="508"/>
                  </a:cubicBezTo>
                  <a:cubicBezTo>
                    <a:pt x="390271" y="127"/>
                    <a:pt x="397891" y="0"/>
                    <a:pt x="405511" y="0"/>
                  </a:cubicBezTo>
                  <a:cubicBezTo>
                    <a:pt x="413131" y="0"/>
                    <a:pt x="420878" y="381"/>
                    <a:pt x="428498" y="889"/>
                  </a:cubicBezTo>
                  <a:cubicBezTo>
                    <a:pt x="436118" y="1397"/>
                    <a:pt x="443865" y="2159"/>
                    <a:pt x="451485" y="3048"/>
                  </a:cubicBezTo>
                  <a:cubicBezTo>
                    <a:pt x="459105" y="3937"/>
                    <a:pt x="466725" y="5207"/>
                    <a:pt x="474218" y="6477"/>
                  </a:cubicBezTo>
                  <a:cubicBezTo>
                    <a:pt x="481711" y="7747"/>
                    <a:pt x="489331" y="9398"/>
                    <a:pt x="496697" y="11303"/>
                  </a:cubicBezTo>
                  <a:cubicBezTo>
                    <a:pt x="504063" y="13208"/>
                    <a:pt x="511556" y="15113"/>
                    <a:pt x="518922" y="17399"/>
                  </a:cubicBezTo>
                  <a:cubicBezTo>
                    <a:pt x="526288" y="19685"/>
                    <a:pt x="533527" y="22098"/>
                    <a:pt x="540766" y="24765"/>
                  </a:cubicBezTo>
                  <a:cubicBezTo>
                    <a:pt x="548005" y="27432"/>
                    <a:pt x="555117" y="30226"/>
                    <a:pt x="562102" y="33274"/>
                  </a:cubicBezTo>
                  <a:cubicBezTo>
                    <a:pt x="569087" y="36322"/>
                    <a:pt x="576072" y="39624"/>
                    <a:pt x="582930" y="43053"/>
                  </a:cubicBezTo>
                  <a:cubicBezTo>
                    <a:pt x="589788" y="46482"/>
                    <a:pt x="596519" y="50165"/>
                    <a:pt x="603250" y="53975"/>
                  </a:cubicBezTo>
                  <a:cubicBezTo>
                    <a:pt x="609981" y="57785"/>
                    <a:pt x="616458" y="61849"/>
                    <a:pt x="622808" y="66040"/>
                  </a:cubicBezTo>
                  <a:cubicBezTo>
                    <a:pt x="629158" y="70231"/>
                    <a:pt x="635508" y="74676"/>
                    <a:pt x="641731" y="79248"/>
                  </a:cubicBezTo>
                  <a:cubicBezTo>
                    <a:pt x="647954" y="83820"/>
                    <a:pt x="653923" y="88519"/>
                    <a:pt x="659892" y="93472"/>
                  </a:cubicBezTo>
                  <a:cubicBezTo>
                    <a:pt x="665861" y="98425"/>
                    <a:pt x="671576" y="103505"/>
                    <a:pt x="677164" y="108712"/>
                  </a:cubicBezTo>
                  <a:cubicBezTo>
                    <a:pt x="682752" y="113919"/>
                    <a:pt x="688213" y="119380"/>
                    <a:pt x="693547" y="124968"/>
                  </a:cubicBezTo>
                  <a:cubicBezTo>
                    <a:pt x="698881" y="130556"/>
                    <a:pt x="703961" y="136271"/>
                    <a:pt x="708914" y="142113"/>
                  </a:cubicBezTo>
                  <a:cubicBezTo>
                    <a:pt x="713867" y="147955"/>
                    <a:pt x="718693" y="153924"/>
                    <a:pt x="723265" y="160147"/>
                  </a:cubicBezTo>
                  <a:cubicBezTo>
                    <a:pt x="727837" y="166370"/>
                    <a:pt x="732282" y="172593"/>
                    <a:pt x="736600" y="178943"/>
                  </a:cubicBezTo>
                  <a:cubicBezTo>
                    <a:pt x="740918" y="185293"/>
                    <a:pt x="744982" y="191770"/>
                    <a:pt x="748792" y="198501"/>
                  </a:cubicBezTo>
                  <a:cubicBezTo>
                    <a:pt x="752602" y="205232"/>
                    <a:pt x="756412" y="211836"/>
                    <a:pt x="759841" y="218694"/>
                  </a:cubicBezTo>
                  <a:cubicBezTo>
                    <a:pt x="763270" y="225551"/>
                    <a:pt x="766699" y="232410"/>
                    <a:pt x="769747" y="239522"/>
                  </a:cubicBezTo>
                  <a:cubicBezTo>
                    <a:pt x="772795" y="246634"/>
                    <a:pt x="775716" y="253619"/>
                    <a:pt x="778510" y="260857"/>
                  </a:cubicBezTo>
                  <a:cubicBezTo>
                    <a:pt x="781304" y="268096"/>
                    <a:pt x="783717" y="275335"/>
                    <a:pt x="786003" y="282575"/>
                  </a:cubicBezTo>
                  <a:cubicBezTo>
                    <a:pt x="788289" y="289814"/>
                    <a:pt x="790321" y="297307"/>
                    <a:pt x="792226" y="304800"/>
                  </a:cubicBezTo>
                  <a:cubicBezTo>
                    <a:pt x="794131" y="312293"/>
                    <a:pt x="795782" y="319785"/>
                    <a:pt x="797179" y="327279"/>
                  </a:cubicBezTo>
                  <a:cubicBezTo>
                    <a:pt x="798576" y="334772"/>
                    <a:pt x="799846" y="342392"/>
                    <a:pt x="800862" y="350012"/>
                  </a:cubicBezTo>
                  <a:cubicBezTo>
                    <a:pt x="801878" y="357631"/>
                    <a:pt x="802640" y="365251"/>
                    <a:pt x="803275" y="372872"/>
                  </a:cubicBezTo>
                  <a:cubicBezTo>
                    <a:pt x="803910" y="380492"/>
                    <a:pt x="804164" y="388239"/>
                    <a:pt x="804291" y="395859"/>
                  </a:cubicBezTo>
                  <a:cubicBezTo>
                    <a:pt x="804418" y="403478"/>
                    <a:pt x="804291" y="411226"/>
                    <a:pt x="804037" y="418845"/>
                  </a:cubicBezTo>
                  <a:cubicBezTo>
                    <a:pt x="803783" y="426465"/>
                    <a:pt x="803148" y="434213"/>
                    <a:pt x="802386" y="441832"/>
                  </a:cubicBezTo>
                  <a:cubicBezTo>
                    <a:pt x="801624" y="449452"/>
                    <a:pt x="800608" y="457072"/>
                    <a:pt x="799465" y="464693"/>
                  </a:cubicBezTo>
                  <a:cubicBezTo>
                    <a:pt x="798322" y="472313"/>
                    <a:pt x="796925" y="479806"/>
                    <a:pt x="795274" y="487298"/>
                  </a:cubicBezTo>
                  <a:cubicBezTo>
                    <a:pt x="793623" y="494791"/>
                    <a:pt x="791845" y="502284"/>
                    <a:pt x="789813" y="509650"/>
                  </a:cubicBezTo>
                  <a:cubicBezTo>
                    <a:pt x="787781" y="517016"/>
                    <a:pt x="785495" y="524382"/>
                    <a:pt x="783082" y="531621"/>
                  </a:cubicBezTo>
                  <a:cubicBezTo>
                    <a:pt x="780669" y="538860"/>
                    <a:pt x="777875" y="546099"/>
                    <a:pt x="775081" y="553211"/>
                  </a:cubicBezTo>
                  <a:cubicBezTo>
                    <a:pt x="772287" y="560323"/>
                    <a:pt x="769112" y="567308"/>
                    <a:pt x="765810" y="574293"/>
                  </a:cubicBezTo>
                  <a:cubicBezTo>
                    <a:pt x="762508" y="581278"/>
                    <a:pt x="759079" y="588136"/>
                    <a:pt x="755396" y="594867"/>
                  </a:cubicBezTo>
                  <a:cubicBezTo>
                    <a:pt x="751713" y="601598"/>
                    <a:pt x="747903" y="608202"/>
                    <a:pt x="743839" y="614806"/>
                  </a:cubicBezTo>
                  <a:cubicBezTo>
                    <a:pt x="739775" y="621410"/>
                    <a:pt x="735584" y="627760"/>
                    <a:pt x="731139" y="633983"/>
                  </a:cubicBezTo>
                  <a:cubicBezTo>
                    <a:pt x="726694" y="640206"/>
                    <a:pt x="722122" y="646429"/>
                    <a:pt x="717296" y="652398"/>
                  </a:cubicBezTo>
                  <a:cubicBezTo>
                    <a:pt x="712470" y="658367"/>
                    <a:pt x="707517" y="664336"/>
                    <a:pt x="702437" y="670051"/>
                  </a:cubicBezTo>
                  <a:cubicBezTo>
                    <a:pt x="697357" y="675766"/>
                    <a:pt x="692023" y="681354"/>
                    <a:pt x="686562" y="686815"/>
                  </a:cubicBezTo>
                  <a:cubicBezTo>
                    <a:pt x="667893" y="705611"/>
                    <a:pt x="647700" y="722248"/>
                    <a:pt x="625729" y="736980"/>
                  </a:cubicBezTo>
                  <a:cubicBezTo>
                    <a:pt x="603758" y="751712"/>
                    <a:pt x="580644" y="764158"/>
                    <a:pt x="556133" y="774191"/>
                  </a:cubicBezTo>
                  <a:cubicBezTo>
                    <a:pt x="531622" y="784224"/>
                    <a:pt x="506603" y="791971"/>
                    <a:pt x="480695" y="797051"/>
                  </a:cubicBezTo>
                  <a:cubicBezTo>
                    <a:pt x="454787" y="802131"/>
                    <a:pt x="428625" y="804671"/>
                    <a:pt x="402209" y="804671"/>
                  </a:cubicBezTo>
                  <a:close/>
                  <a:moveTo>
                    <a:pt x="402336" y="12319"/>
                  </a:moveTo>
                  <a:cubicBezTo>
                    <a:pt x="187071" y="12319"/>
                    <a:pt x="11938" y="187452"/>
                    <a:pt x="11938" y="402717"/>
                  </a:cubicBezTo>
                  <a:cubicBezTo>
                    <a:pt x="11938" y="617982"/>
                    <a:pt x="187071" y="793115"/>
                    <a:pt x="402336" y="793115"/>
                  </a:cubicBezTo>
                  <a:cubicBezTo>
                    <a:pt x="617601" y="793115"/>
                    <a:pt x="792734" y="617982"/>
                    <a:pt x="792734" y="402717"/>
                  </a:cubicBezTo>
                  <a:cubicBezTo>
                    <a:pt x="792734" y="187452"/>
                    <a:pt x="617601" y="12319"/>
                    <a:pt x="402336" y="12319"/>
                  </a:cubicBezTo>
                  <a:lnTo>
                    <a:pt x="402336" y="12319"/>
                  </a:lnTo>
                  <a:close/>
                </a:path>
              </a:pathLst>
            </a:custGeom>
            <a:solidFill>
              <a:srgbClr val="879282"/>
            </a:solidFill>
          </p:spPr>
        </p:sp>
        <p:sp>
          <p:nvSpPr>
            <p:cNvPr id="7" name="Freeform 7"/>
            <p:cNvSpPr/>
            <p:nvPr/>
          </p:nvSpPr>
          <p:spPr>
            <a:xfrm>
              <a:off x="641731" y="2149221"/>
              <a:ext cx="561340" cy="561340"/>
            </a:xfrm>
            <a:custGeom>
              <a:avLst/>
              <a:gdLst/>
              <a:ahLst/>
              <a:cxnLst/>
              <a:rect l="l" t="t" r="r" b="b"/>
              <a:pathLst>
                <a:path w="561340" h="561340">
                  <a:moveTo>
                    <a:pt x="280670" y="561340"/>
                  </a:moveTo>
                  <a:cubicBezTo>
                    <a:pt x="125984" y="561340"/>
                    <a:pt x="0" y="435483"/>
                    <a:pt x="0" y="280670"/>
                  </a:cubicBezTo>
                  <a:cubicBezTo>
                    <a:pt x="0" y="125857"/>
                    <a:pt x="125857" y="0"/>
                    <a:pt x="280670" y="0"/>
                  </a:cubicBezTo>
                  <a:cubicBezTo>
                    <a:pt x="435483" y="0"/>
                    <a:pt x="561340" y="125857"/>
                    <a:pt x="561340" y="280670"/>
                  </a:cubicBezTo>
                  <a:cubicBezTo>
                    <a:pt x="561340" y="435483"/>
                    <a:pt x="435483" y="561340"/>
                    <a:pt x="280670" y="561340"/>
                  </a:cubicBezTo>
                  <a:close/>
                  <a:moveTo>
                    <a:pt x="280670" y="8255"/>
                  </a:moveTo>
                  <a:cubicBezTo>
                    <a:pt x="130429" y="8255"/>
                    <a:pt x="8255" y="130429"/>
                    <a:pt x="8255" y="280670"/>
                  </a:cubicBezTo>
                  <a:cubicBezTo>
                    <a:pt x="8255" y="430911"/>
                    <a:pt x="130429" y="553085"/>
                    <a:pt x="280670" y="553085"/>
                  </a:cubicBezTo>
                  <a:cubicBezTo>
                    <a:pt x="430911" y="553085"/>
                    <a:pt x="553085" y="430911"/>
                    <a:pt x="553085" y="280670"/>
                  </a:cubicBezTo>
                  <a:cubicBezTo>
                    <a:pt x="553085" y="130429"/>
                    <a:pt x="430911" y="8382"/>
                    <a:pt x="280670" y="8382"/>
                  </a:cubicBezTo>
                  <a:lnTo>
                    <a:pt x="280670" y="8382"/>
                  </a:lnTo>
                  <a:close/>
                </a:path>
              </a:pathLst>
            </a:custGeom>
            <a:solidFill>
              <a:srgbClr val="879282"/>
            </a:solidFill>
          </p:spPr>
        </p:sp>
        <p:sp>
          <p:nvSpPr>
            <p:cNvPr id="8" name="Freeform 8"/>
            <p:cNvSpPr/>
            <p:nvPr/>
          </p:nvSpPr>
          <p:spPr>
            <a:xfrm>
              <a:off x="540893" y="2456815"/>
              <a:ext cx="1694688" cy="12954"/>
            </a:xfrm>
            <a:custGeom>
              <a:avLst/>
              <a:gdLst/>
              <a:ahLst/>
              <a:cxnLst/>
              <a:rect l="l" t="t" r="r" b="b"/>
              <a:pathLst>
                <a:path w="1694688" h="12954">
                  <a:moveTo>
                    <a:pt x="0" y="6350"/>
                  </a:moveTo>
                  <a:cubicBezTo>
                    <a:pt x="141224" y="3683"/>
                    <a:pt x="282448" y="2286"/>
                    <a:pt x="423672" y="1397"/>
                  </a:cubicBezTo>
                  <a:cubicBezTo>
                    <a:pt x="494284" y="762"/>
                    <a:pt x="564896" y="635"/>
                    <a:pt x="635508" y="381"/>
                  </a:cubicBezTo>
                  <a:lnTo>
                    <a:pt x="847344" y="0"/>
                  </a:lnTo>
                  <a:lnTo>
                    <a:pt x="1059180" y="381"/>
                  </a:lnTo>
                  <a:lnTo>
                    <a:pt x="1165098" y="889"/>
                  </a:lnTo>
                  <a:lnTo>
                    <a:pt x="1218057" y="1143"/>
                  </a:lnTo>
                  <a:lnTo>
                    <a:pt x="1271016" y="1524"/>
                  </a:lnTo>
                  <a:cubicBezTo>
                    <a:pt x="1412240" y="2413"/>
                    <a:pt x="1553464" y="3810"/>
                    <a:pt x="1694688" y="6477"/>
                  </a:cubicBezTo>
                  <a:cubicBezTo>
                    <a:pt x="1553464" y="9144"/>
                    <a:pt x="1412240" y="10541"/>
                    <a:pt x="1271016" y="11430"/>
                  </a:cubicBezTo>
                  <a:lnTo>
                    <a:pt x="1218057" y="11811"/>
                  </a:lnTo>
                  <a:lnTo>
                    <a:pt x="1165098" y="12065"/>
                  </a:lnTo>
                  <a:lnTo>
                    <a:pt x="1059180" y="12573"/>
                  </a:lnTo>
                  <a:lnTo>
                    <a:pt x="847344" y="12954"/>
                  </a:lnTo>
                  <a:lnTo>
                    <a:pt x="635508" y="12573"/>
                  </a:lnTo>
                  <a:cubicBezTo>
                    <a:pt x="564896" y="12192"/>
                    <a:pt x="494284" y="12065"/>
                    <a:pt x="423672" y="11557"/>
                  </a:cubicBezTo>
                  <a:cubicBezTo>
                    <a:pt x="282448" y="10668"/>
                    <a:pt x="141224" y="9144"/>
                    <a:pt x="0" y="6604"/>
                  </a:cubicBezTo>
                  <a:close/>
                </a:path>
              </a:pathLst>
            </a:custGeom>
            <a:solidFill>
              <a:srgbClr val="879282"/>
            </a:solidFill>
          </p:spPr>
        </p:sp>
        <p:sp>
          <p:nvSpPr>
            <p:cNvPr id="9" name="Freeform 9"/>
            <p:cNvSpPr/>
            <p:nvPr/>
          </p:nvSpPr>
          <p:spPr>
            <a:xfrm>
              <a:off x="534543" y="2030222"/>
              <a:ext cx="12700" cy="432816"/>
            </a:xfrm>
            <a:custGeom>
              <a:avLst/>
              <a:gdLst/>
              <a:ahLst/>
              <a:cxnLst/>
              <a:rect l="l" t="t" r="r" b="b"/>
              <a:pathLst>
                <a:path w="12700" h="432816">
                  <a:moveTo>
                    <a:pt x="6350" y="0"/>
                  </a:moveTo>
                  <a:cubicBezTo>
                    <a:pt x="9017" y="36068"/>
                    <a:pt x="10414" y="72136"/>
                    <a:pt x="11303" y="108204"/>
                  </a:cubicBezTo>
                  <a:cubicBezTo>
                    <a:pt x="12192" y="144272"/>
                    <a:pt x="12700" y="180340"/>
                    <a:pt x="12700" y="216408"/>
                  </a:cubicBezTo>
                  <a:cubicBezTo>
                    <a:pt x="12700" y="252476"/>
                    <a:pt x="12319" y="288544"/>
                    <a:pt x="11303" y="324612"/>
                  </a:cubicBezTo>
                  <a:cubicBezTo>
                    <a:pt x="10287" y="360680"/>
                    <a:pt x="9017" y="396748"/>
                    <a:pt x="6350" y="432816"/>
                  </a:cubicBezTo>
                  <a:cubicBezTo>
                    <a:pt x="3683" y="396748"/>
                    <a:pt x="2286" y="360680"/>
                    <a:pt x="1397" y="324612"/>
                  </a:cubicBezTo>
                  <a:cubicBezTo>
                    <a:pt x="508" y="288544"/>
                    <a:pt x="0" y="252476"/>
                    <a:pt x="0" y="216408"/>
                  </a:cubicBezTo>
                  <a:cubicBezTo>
                    <a:pt x="0" y="180340"/>
                    <a:pt x="508" y="144272"/>
                    <a:pt x="1397" y="108204"/>
                  </a:cubicBezTo>
                  <a:cubicBezTo>
                    <a:pt x="2286" y="72136"/>
                    <a:pt x="3810" y="36068"/>
                    <a:pt x="6477" y="0"/>
                  </a:cubicBezTo>
                  <a:close/>
                </a:path>
              </a:pathLst>
            </a:custGeom>
            <a:solidFill>
              <a:srgbClr val="879282"/>
            </a:solidFill>
          </p:spPr>
        </p:sp>
        <p:sp>
          <p:nvSpPr>
            <p:cNvPr id="10" name="Freeform 10"/>
            <p:cNvSpPr/>
            <p:nvPr/>
          </p:nvSpPr>
          <p:spPr>
            <a:xfrm>
              <a:off x="534289" y="63500"/>
              <a:ext cx="12954" cy="1826768"/>
            </a:xfrm>
            <a:custGeom>
              <a:avLst/>
              <a:gdLst/>
              <a:ahLst/>
              <a:cxnLst/>
              <a:rect l="l" t="t" r="r" b="b"/>
              <a:pathLst>
                <a:path w="12954" h="1826768">
                  <a:moveTo>
                    <a:pt x="6604" y="0"/>
                  </a:moveTo>
                  <a:cubicBezTo>
                    <a:pt x="9271" y="152146"/>
                    <a:pt x="10668" y="304419"/>
                    <a:pt x="11557" y="456692"/>
                  </a:cubicBezTo>
                  <a:cubicBezTo>
                    <a:pt x="12192" y="532765"/>
                    <a:pt x="12319" y="608838"/>
                    <a:pt x="12573" y="685038"/>
                  </a:cubicBezTo>
                  <a:lnTo>
                    <a:pt x="12954" y="913384"/>
                  </a:lnTo>
                  <a:lnTo>
                    <a:pt x="12573" y="1141730"/>
                  </a:lnTo>
                  <a:lnTo>
                    <a:pt x="12065" y="1255903"/>
                  </a:lnTo>
                  <a:lnTo>
                    <a:pt x="11811" y="1312926"/>
                  </a:lnTo>
                  <a:lnTo>
                    <a:pt x="11430" y="1370076"/>
                  </a:lnTo>
                  <a:cubicBezTo>
                    <a:pt x="10541" y="1522222"/>
                    <a:pt x="9144" y="1674495"/>
                    <a:pt x="6477" y="1826768"/>
                  </a:cubicBezTo>
                  <a:cubicBezTo>
                    <a:pt x="3810" y="1674622"/>
                    <a:pt x="2413" y="1522349"/>
                    <a:pt x="1524" y="1370076"/>
                  </a:cubicBezTo>
                  <a:lnTo>
                    <a:pt x="1143" y="1313053"/>
                  </a:lnTo>
                  <a:lnTo>
                    <a:pt x="889" y="1256030"/>
                  </a:lnTo>
                  <a:lnTo>
                    <a:pt x="381" y="1141857"/>
                  </a:lnTo>
                  <a:lnTo>
                    <a:pt x="0" y="913511"/>
                  </a:lnTo>
                  <a:lnTo>
                    <a:pt x="381" y="685165"/>
                  </a:lnTo>
                  <a:cubicBezTo>
                    <a:pt x="762" y="609092"/>
                    <a:pt x="889" y="533019"/>
                    <a:pt x="1397" y="456819"/>
                  </a:cubicBezTo>
                  <a:cubicBezTo>
                    <a:pt x="2286" y="304546"/>
                    <a:pt x="3683" y="152400"/>
                    <a:pt x="6350" y="127"/>
                  </a:cubicBezTo>
                  <a:close/>
                </a:path>
              </a:pathLst>
            </a:custGeom>
            <a:solidFill>
              <a:srgbClr val="879282"/>
            </a:solidFill>
          </p:spPr>
        </p:sp>
        <p:sp>
          <p:nvSpPr>
            <p:cNvPr id="11" name="Freeform 11"/>
            <p:cNvSpPr/>
            <p:nvPr/>
          </p:nvSpPr>
          <p:spPr>
            <a:xfrm>
              <a:off x="62865" y="1960499"/>
              <a:ext cx="470408" cy="939292"/>
            </a:xfrm>
            <a:custGeom>
              <a:avLst/>
              <a:gdLst/>
              <a:ahLst/>
              <a:cxnLst/>
              <a:rect l="l" t="t" r="r" b="b"/>
              <a:pathLst>
                <a:path w="470408" h="939292">
                  <a:moveTo>
                    <a:pt x="138176" y="801751"/>
                  </a:moveTo>
                  <a:cubicBezTo>
                    <a:pt x="159893" y="823595"/>
                    <a:pt x="183642" y="843153"/>
                    <a:pt x="209296" y="860298"/>
                  </a:cubicBezTo>
                  <a:cubicBezTo>
                    <a:pt x="234950" y="877443"/>
                    <a:pt x="262001" y="891921"/>
                    <a:pt x="290576" y="903732"/>
                  </a:cubicBezTo>
                  <a:cubicBezTo>
                    <a:pt x="319151" y="915543"/>
                    <a:pt x="348488" y="924433"/>
                    <a:pt x="378714" y="930402"/>
                  </a:cubicBezTo>
                  <a:cubicBezTo>
                    <a:pt x="408940" y="936371"/>
                    <a:pt x="439547" y="939292"/>
                    <a:pt x="470408" y="939292"/>
                  </a:cubicBezTo>
                  <a:lnTo>
                    <a:pt x="470408" y="926592"/>
                  </a:lnTo>
                  <a:cubicBezTo>
                    <a:pt x="218440" y="926592"/>
                    <a:pt x="13462" y="721614"/>
                    <a:pt x="13462" y="469646"/>
                  </a:cubicBezTo>
                  <a:cubicBezTo>
                    <a:pt x="13462" y="217678"/>
                    <a:pt x="218440" y="12700"/>
                    <a:pt x="470408" y="12700"/>
                  </a:cubicBezTo>
                  <a:lnTo>
                    <a:pt x="470408" y="0"/>
                  </a:lnTo>
                  <a:cubicBezTo>
                    <a:pt x="447294" y="0"/>
                    <a:pt x="424307" y="1651"/>
                    <a:pt x="401447" y="5080"/>
                  </a:cubicBezTo>
                  <a:cubicBezTo>
                    <a:pt x="378587" y="8509"/>
                    <a:pt x="356108" y="13462"/>
                    <a:pt x="334010" y="20193"/>
                  </a:cubicBezTo>
                  <a:cubicBezTo>
                    <a:pt x="311912" y="26924"/>
                    <a:pt x="290449" y="35179"/>
                    <a:pt x="269494" y="45085"/>
                  </a:cubicBezTo>
                  <a:cubicBezTo>
                    <a:pt x="248539" y="54991"/>
                    <a:pt x="228600" y="66294"/>
                    <a:pt x="209296" y="79121"/>
                  </a:cubicBezTo>
                  <a:cubicBezTo>
                    <a:pt x="189992" y="91948"/>
                    <a:pt x="171958" y="106172"/>
                    <a:pt x="154813" y="121666"/>
                  </a:cubicBezTo>
                  <a:cubicBezTo>
                    <a:pt x="137668" y="137160"/>
                    <a:pt x="121793" y="153924"/>
                    <a:pt x="107188" y="171704"/>
                  </a:cubicBezTo>
                  <a:cubicBezTo>
                    <a:pt x="92583" y="189484"/>
                    <a:pt x="79248" y="208407"/>
                    <a:pt x="67437" y="228219"/>
                  </a:cubicBezTo>
                  <a:cubicBezTo>
                    <a:pt x="55626" y="248031"/>
                    <a:pt x="45212" y="268605"/>
                    <a:pt x="36322" y="289941"/>
                  </a:cubicBezTo>
                  <a:cubicBezTo>
                    <a:pt x="27432" y="311277"/>
                    <a:pt x="20193" y="333121"/>
                    <a:pt x="14605" y="355600"/>
                  </a:cubicBezTo>
                  <a:cubicBezTo>
                    <a:pt x="9017" y="378079"/>
                    <a:pt x="5080" y="400685"/>
                    <a:pt x="2794" y="423672"/>
                  </a:cubicBezTo>
                  <a:cubicBezTo>
                    <a:pt x="508" y="446659"/>
                    <a:pt x="0" y="469646"/>
                    <a:pt x="1143" y="492760"/>
                  </a:cubicBezTo>
                  <a:cubicBezTo>
                    <a:pt x="2286" y="515874"/>
                    <a:pt x="5080" y="538734"/>
                    <a:pt x="9652" y="561340"/>
                  </a:cubicBezTo>
                  <a:cubicBezTo>
                    <a:pt x="14224" y="583946"/>
                    <a:pt x="20320" y="606171"/>
                    <a:pt x="28067" y="628015"/>
                  </a:cubicBezTo>
                  <a:cubicBezTo>
                    <a:pt x="35814" y="649859"/>
                    <a:pt x="45212" y="670814"/>
                    <a:pt x="56007" y="691261"/>
                  </a:cubicBezTo>
                  <a:cubicBezTo>
                    <a:pt x="66802" y="711708"/>
                    <a:pt x="79248" y="731139"/>
                    <a:pt x="92964" y="749681"/>
                  </a:cubicBezTo>
                  <a:cubicBezTo>
                    <a:pt x="106680" y="768223"/>
                    <a:pt x="121793" y="785749"/>
                    <a:pt x="138049" y="802005"/>
                  </a:cubicBezTo>
                  <a:close/>
                </a:path>
              </a:pathLst>
            </a:custGeom>
            <a:solidFill>
              <a:srgbClr val="879282"/>
            </a:solidFill>
          </p:spPr>
        </p:sp>
      </p:grpSp>
      <p:sp>
        <p:nvSpPr>
          <p:cNvPr id="12" name="Freeform 12"/>
          <p:cNvSpPr/>
          <p:nvPr/>
        </p:nvSpPr>
        <p:spPr>
          <a:xfrm>
            <a:off x="10787644" y="4798076"/>
            <a:ext cx="7248839" cy="5060947"/>
          </a:xfrm>
          <a:custGeom>
            <a:avLst/>
            <a:gdLst/>
            <a:ahLst/>
            <a:cxnLst/>
            <a:rect l="l" t="t" r="r" b="b"/>
            <a:pathLst>
              <a:path w="7248839" h="5060947">
                <a:moveTo>
                  <a:pt x="0" y="0"/>
                </a:moveTo>
                <a:lnTo>
                  <a:pt x="7248839" y="0"/>
                </a:lnTo>
                <a:lnTo>
                  <a:pt x="7248839" y="5060947"/>
                </a:lnTo>
                <a:lnTo>
                  <a:pt x="0" y="50609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3" name="Group 13"/>
          <p:cNvGrpSpPr>
            <a:grpSpLocks noChangeAspect="1"/>
          </p:cNvGrpSpPr>
          <p:nvPr/>
        </p:nvGrpSpPr>
        <p:grpSpPr>
          <a:xfrm>
            <a:off x="15450969" y="433749"/>
            <a:ext cx="2299030" cy="2959675"/>
            <a:chOff x="0" y="0"/>
            <a:chExt cx="2299030" cy="2959684"/>
          </a:xfrm>
        </p:grpSpPr>
        <p:sp>
          <p:nvSpPr>
            <p:cNvPr id="14" name="Freeform 14"/>
            <p:cNvSpPr/>
            <p:nvPr/>
          </p:nvSpPr>
          <p:spPr>
            <a:xfrm>
              <a:off x="1370711" y="131064"/>
              <a:ext cx="804545" cy="804926"/>
            </a:xfrm>
            <a:custGeom>
              <a:avLst/>
              <a:gdLst/>
              <a:ahLst/>
              <a:cxnLst/>
              <a:rect l="l" t="t" r="r" b="b"/>
              <a:pathLst>
                <a:path w="804545" h="804926">
                  <a:moveTo>
                    <a:pt x="402209" y="0"/>
                  </a:moveTo>
                  <a:cubicBezTo>
                    <a:pt x="409829" y="0"/>
                    <a:pt x="417576" y="254"/>
                    <a:pt x="425196" y="635"/>
                  </a:cubicBezTo>
                  <a:cubicBezTo>
                    <a:pt x="432816" y="1016"/>
                    <a:pt x="440563" y="1778"/>
                    <a:pt x="448183" y="2667"/>
                  </a:cubicBezTo>
                  <a:cubicBezTo>
                    <a:pt x="455803" y="3556"/>
                    <a:pt x="463423" y="4699"/>
                    <a:pt x="471043" y="5969"/>
                  </a:cubicBezTo>
                  <a:cubicBezTo>
                    <a:pt x="478663" y="7239"/>
                    <a:pt x="486156" y="8763"/>
                    <a:pt x="493649" y="10541"/>
                  </a:cubicBezTo>
                  <a:cubicBezTo>
                    <a:pt x="501142" y="12319"/>
                    <a:pt x="508508" y="14224"/>
                    <a:pt x="515874" y="16383"/>
                  </a:cubicBezTo>
                  <a:cubicBezTo>
                    <a:pt x="523240" y="18542"/>
                    <a:pt x="530479" y="20955"/>
                    <a:pt x="537718" y="23495"/>
                  </a:cubicBezTo>
                  <a:cubicBezTo>
                    <a:pt x="544957" y="26035"/>
                    <a:pt x="552069" y="28829"/>
                    <a:pt x="559181" y="31877"/>
                  </a:cubicBezTo>
                  <a:cubicBezTo>
                    <a:pt x="566293" y="34925"/>
                    <a:pt x="573278" y="38100"/>
                    <a:pt x="580136" y="41529"/>
                  </a:cubicBezTo>
                  <a:cubicBezTo>
                    <a:pt x="586994" y="44958"/>
                    <a:pt x="593852" y="48514"/>
                    <a:pt x="600456" y="52324"/>
                  </a:cubicBezTo>
                  <a:cubicBezTo>
                    <a:pt x="607060" y="56134"/>
                    <a:pt x="613664" y="60071"/>
                    <a:pt x="620141" y="64262"/>
                  </a:cubicBezTo>
                  <a:cubicBezTo>
                    <a:pt x="626618" y="68453"/>
                    <a:pt x="632968" y="72771"/>
                    <a:pt x="639191" y="77343"/>
                  </a:cubicBezTo>
                  <a:cubicBezTo>
                    <a:pt x="645414" y="81915"/>
                    <a:pt x="651510" y="86614"/>
                    <a:pt x="657352" y="91440"/>
                  </a:cubicBezTo>
                  <a:cubicBezTo>
                    <a:pt x="663194" y="96266"/>
                    <a:pt x="669036" y="101346"/>
                    <a:pt x="674751" y="106553"/>
                  </a:cubicBezTo>
                  <a:cubicBezTo>
                    <a:pt x="680466" y="111760"/>
                    <a:pt x="685927" y="117094"/>
                    <a:pt x="691261" y="122682"/>
                  </a:cubicBezTo>
                  <a:cubicBezTo>
                    <a:pt x="696595" y="128270"/>
                    <a:pt x="701802" y="133858"/>
                    <a:pt x="706755" y="139700"/>
                  </a:cubicBezTo>
                  <a:cubicBezTo>
                    <a:pt x="711708" y="145542"/>
                    <a:pt x="716661" y="151511"/>
                    <a:pt x="721233" y="157607"/>
                  </a:cubicBezTo>
                  <a:cubicBezTo>
                    <a:pt x="725805" y="163703"/>
                    <a:pt x="730377" y="169926"/>
                    <a:pt x="734695" y="176276"/>
                  </a:cubicBezTo>
                  <a:cubicBezTo>
                    <a:pt x="739013" y="182626"/>
                    <a:pt x="743204" y="189103"/>
                    <a:pt x="747141" y="195707"/>
                  </a:cubicBezTo>
                  <a:cubicBezTo>
                    <a:pt x="751078" y="202311"/>
                    <a:pt x="754888" y="209042"/>
                    <a:pt x="758444" y="215773"/>
                  </a:cubicBezTo>
                  <a:cubicBezTo>
                    <a:pt x="762000" y="222504"/>
                    <a:pt x="765429" y="229489"/>
                    <a:pt x="768604" y="236474"/>
                  </a:cubicBezTo>
                  <a:cubicBezTo>
                    <a:pt x="771779" y="243459"/>
                    <a:pt x="774700" y="250571"/>
                    <a:pt x="777494" y="257683"/>
                  </a:cubicBezTo>
                  <a:cubicBezTo>
                    <a:pt x="780288" y="264795"/>
                    <a:pt x="782828" y="272034"/>
                    <a:pt x="785114" y="279400"/>
                  </a:cubicBezTo>
                  <a:cubicBezTo>
                    <a:pt x="787400" y="286766"/>
                    <a:pt x="789559" y="294132"/>
                    <a:pt x="791591" y="301498"/>
                  </a:cubicBezTo>
                  <a:cubicBezTo>
                    <a:pt x="793623" y="308864"/>
                    <a:pt x="795274" y="316357"/>
                    <a:pt x="796671" y="323977"/>
                  </a:cubicBezTo>
                  <a:cubicBezTo>
                    <a:pt x="798068" y="331597"/>
                    <a:pt x="799465" y="339090"/>
                    <a:pt x="800481" y="346710"/>
                  </a:cubicBezTo>
                  <a:cubicBezTo>
                    <a:pt x="801497" y="354330"/>
                    <a:pt x="802386" y="361950"/>
                    <a:pt x="803021" y="369570"/>
                  </a:cubicBezTo>
                  <a:cubicBezTo>
                    <a:pt x="803656" y="377190"/>
                    <a:pt x="804037" y="384937"/>
                    <a:pt x="804291" y="392557"/>
                  </a:cubicBezTo>
                  <a:cubicBezTo>
                    <a:pt x="804545" y="400177"/>
                    <a:pt x="804418" y="407924"/>
                    <a:pt x="804164" y="415544"/>
                  </a:cubicBezTo>
                  <a:cubicBezTo>
                    <a:pt x="803910" y="423164"/>
                    <a:pt x="803402" y="430911"/>
                    <a:pt x="802767" y="438531"/>
                  </a:cubicBezTo>
                  <a:cubicBezTo>
                    <a:pt x="802132" y="446151"/>
                    <a:pt x="801116" y="453771"/>
                    <a:pt x="800100" y="461391"/>
                  </a:cubicBezTo>
                  <a:cubicBezTo>
                    <a:pt x="799084" y="469011"/>
                    <a:pt x="797687" y="476504"/>
                    <a:pt x="796036" y="484124"/>
                  </a:cubicBezTo>
                  <a:cubicBezTo>
                    <a:pt x="794385" y="491744"/>
                    <a:pt x="792734" y="499110"/>
                    <a:pt x="790702" y="506476"/>
                  </a:cubicBezTo>
                  <a:cubicBezTo>
                    <a:pt x="788670" y="513842"/>
                    <a:pt x="786511" y="521208"/>
                    <a:pt x="784098" y="528574"/>
                  </a:cubicBezTo>
                  <a:cubicBezTo>
                    <a:pt x="781685" y="535940"/>
                    <a:pt x="779018" y="543052"/>
                    <a:pt x="776224" y="550291"/>
                  </a:cubicBezTo>
                  <a:cubicBezTo>
                    <a:pt x="773430" y="557530"/>
                    <a:pt x="770382" y="564515"/>
                    <a:pt x="767207" y="571500"/>
                  </a:cubicBezTo>
                  <a:cubicBezTo>
                    <a:pt x="764032" y="578485"/>
                    <a:pt x="760603" y="585343"/>
                    <a:pt x="756920" y="592074"/>
                  </a:cubicBezTo>
                  <a:cubicBezTo>
                    <a:pt x="753237" y="598805"/>
                    <a:pt x="749427" y="605536"/>
                    <a:pt x="745490" y="612013"/>
                  </a:cubicBezTo>
                  <a:cubicBezTo>
                    <a:pt x="741553" y="618490"/>
                    <a:pt x="737362" y="624967"/>
                    <a:pt x="732917" y="631317"/>
                  </a:cubicBezTo>
                  <a:cubicBezTo>
                    <a:pt x="728472" y="637667"/>
                    <a:pt x="724027" y="643763"/>
                    <a:pt x="719328" y="649859"/>
                  </a:cubicBezTo>
                  <a:cubicBezTo>
                    <a:pt x="714629" y="655955"/>
                    <a:pt x="709676" y="661797"/>
                    <a:pt x="704596" y="667639"/>
                  </a:cubicBezTo>
                  <a:cubicBezTo>
                    <a:pt x="699516" y="673481"/>
                    <a:pt x="694309" y="679069"/>
                    <a:pt x="688975" y="684530"/>
                  </a:cubicBezTo>
                  <a:cubicBezTo>
                    <a:pt x="683641" y="689991"/>
                    <a:pt x="678053" y="695325"/>
                    <a:pt x="672338" y="700532"/>
                  </a:cubicBezTo>
                  <a:cubicBezTo>
                    <a:pt x="666623" y="705739"/>
                    <a:pt x="660781" y="710692"/>
                    <a:pt x="654812" y="715518"/>
                  </a:cubicBezTo>
                  <a:cubicBezTo>
                    <a:pt x="648843" y="720344"/>
                    <a:pt x="642747" y="725043"/>
                    <a:pt x="636524" y="729488"/>
                  </a:cubicBezTo>
                  <a:cubicBezTo>
                    <a:pt x="630301" y="733933"/>
                    <a:pt x="623951" y="738251"/>
                    <a:pt x="617474" y="742315"/>
                  </a:cubicBezTo>
                  <a:cubicBezTo>
                    <a:pt x="610997" y="746379"/>
                    <a:pt x="604393" y="750316"/>
                    <a:pt x="597662" y="754126"/>
                  </a:cubicBezTo>
                  <a:cubicBezTo>
                    <a:pt x="590931" y="757936"/>
                    <a:pt x="584073" y="761365"/>
                    <a:pt x="577215" y="764794"/>
                  </a:cubicBezTo>
                  <a:cubicBezTo>
                    <a:pt x="570357" y="768223"/>
                    <a:pt x="563245" y="771271"/>
                    <a:pt x="556133" y="774192"/>
                  </a:cubicBezTo>
                  <a:cubicBezTo>
                    <a:pt x="549021" y="777113"/>
                    <a:pt x="541909" y="779907"/>
                    <a:pt x="534670" y="782447"/>
                  </a:cubicBezTo>
                  <a:cubicBezTo>
                    <a:pt x="527431" y="784987"/>
                    <a:pt x="520065" y="787273"/>
                    <a:pt x="512699" y="789432"/>
                  </a:cubicBezTo>
                  <a:cubicBezTo>
                    <a:pt x="505333" y="791591"/>
                    <a:pt x="497840" y="793496"/>
                    <a:pt x="490347" y="795147"/>
                  </a:cubicBezTo>
                  <a:cubicBezTo>
                    <a:pt x="482854" y="796798"/>
                    <a:pt x="475361" y="798322"/>
                    <a:pt x="467741" y="799592"/>
                  </a:cubicBezTo>
                  <a:cubicBezTo>
                    <a:pt x="460121" y="800862"/>
                    <a:pt x="452501" y="801878"/>
                    <a:pt x="444881" y="802640"/>
                  </a:cubicBezTo>
                  <a:cubicBezTo>
                    <a:pt x="437261" y="803402"/>
                    <a:pt x="429641" y="804037"/>
                    <a:pt x="421894" y="804418"/>
                  </a:cubicBezTo>
                  <a:cubicBezTo>
                    <a:pt x="414147" y="804799"/>
                    <a:pt x="406527" y="804926"/>
                    <a:pt x="398907" y="804926"/>
                  </a:cubicBezTo>
                  <a:cubicBezTo>
                    <a:pt x="391287" y="804926"/>
                    <a:pt x="383540" y="804545"/>
                    <a:pt x="375920" y="804037"/>
                  </a:cubicBezTo>
                  <a:cubicBezTo>
                    <a:pt x="368300" y="803529"/>
                    <a:pt x="360553" y="802767"/>
                    <a:pt x="352933" y="801878"/>
                  </a:cubicBezTo>
                  <a:cubicBezTo>
                    <a:pt x="345313" y="800989"/>
                    <a:pt x="337693" y="799719"/>
                    <a:pt x="330200" y="798449"/>
                  </a:cubicBezTo>
                  <a:cubicBezTo>
                    <a:pt x="322707" y="797179"/>
                    <a:pt x="315087" y="795528"/>
                    <a:pt x="307721" y="793623"/>
                  </a:cubicBezTo>
                  <a:cubicBezTo>
                    <a:pt x="300355" y="791718"/>
                    <a:pt x="292862" y="789813"/>
                    <a:pt x="285496" y="787527"/>
                  </a:cubicBezTo>
                  <a:cubicBezTo>
                    <a:pt x="278130" y="785241"/>
                    <a:pt x="270891" y="782828"/>
                    <a:pt x="263652" y="780161"/>
                  </a:cubicBezTo>
                  <a:cubicBezTo>
                    <a:pt x="256413" y="777494"/>
                    <a:pt x="249301" y="774700"/>
                    <a:pt x="242316" y="771652"/>
                  </a:cubicBezTo>
                  <a:cubicBezTo>
                    <a:pt x="235331" y="768604"/>
                    <a:pt x="228346" y="765302"/>
                    <a:pt x="221488" y="761873"/>
                  </a:cubicBezTo>
                  <a:cubicBezTo>
                    <a:pt x="214630" y="758444"/>
                    <a:pt x="207899" y="754761"/>
                    <a:pt x="201168" y="750951"/>
                  </a:cubicBezTo>
                  <a:cubicBezTo>
                    <a:pt x="194437" y="747141"/>
                    <a:pt x="187960" y="743077"/>
                    <a:pt x="181610" y="738886"/>
                  </a:cubicBezTo>
                  <a:cubicBezTo>
                    <a:pt x="175260" y="734695"/>
                    <a:pt x="168910" y="730250"/>
                    <a:pt x="162687" y="725678"/>
                  </a:cubicBezTo>
                  <a:cubicBezTo>
                    <a:pt x="156464" y="721106"/>
                    <a:pt x="150495" y="716407"/>
                    <a:pt x="144526" y="711454"/>
                  </a:cubicBezTo>
                  <a:cubicBezTo>
                    <a:pt x="138557" y="706501"/>
                    <a:pt x="132842" y="701421"/>
                    <a:pt x="127254" y="696214"/>
                  </a:cubicBezTo>
                  <a:cubicBezTo>
                    <a:pt x="121666" y="691007"/>
                    <a:pt x="116205" y="685546"/>
                    <a:pt x="110871" y="679958"/>
                  </a:cubicBezTo>
                  <a:cubicBezTo>
                    <a:pt x="105537" y="674370"/>
                    <a:pt x="100457" y="668655"/>
                    <a:pt x="95504" y="662813"/>
                  </a:cubicBezTo>
                  <a:cubicBezTo>
                    <a:pt x="90551" y="656971"/>
                    <a:pt x="85725" y="651002"/>
                    <a:pt x="81153" y="644779"/>
                  </a:cubicBezTo>
                  <a:cubicBezTo>
                    <a:pt x="76581" y="638556"/>
                    <a:pt x="72136" y="632333"/>
                    <a:pt x="67818" y="625983"/>
                  </a:cubicBezTo>
                  <a:cubicBezTo>
                    <a:pt x="63500" y="619633"/>
                    <a:pt x="59436" y="613156"/>
                    <a:pt x="55626" y="606425"/>
                  </a:cubicBezTo>
                  <a:cubicBezTo>
                    <a:pt x="51816" y="599694"/>
                    <a:pt x="48006" y="593090"/>
                    <a:pt x="44577" y="586232"/>
                  </a:cubicBezTo>
                  <a:cubicBezTo>
                    <a:pt x="41148" y="579374"/>
                    <a:pt x="37719" y="572516"/>
                    <a:pt x="34671" y="565404"/>
                  </a:cubicBezTo>
                  <a:cubicBezTo>
                    <a:pt x="31623" y="558292"/>
                    <a:pt x="28702" y="551307"/>
                    <a:pt x="25908" y="544068"/>
                  </a:cubicBezTo>
                  <a:cubicBezTo>
                    <a:pt x="23114" y="536829"/>
                    <a:pt x="20701" y="529590"/>
                    <a:pt x="18415" y="522351"/>
                  </a:cubicBezTo>
                  <a:cubicBezTo>
                    <a:pt x="16129" y="515112"/>
                    <a:pt x="14097" y="507619"/>
                    <a:pt x="12192" y="500126"/>
                  </a:cubicBezTo>
                  <a:cubicBezTo>
                    <a:pt x="10287" y="492633"/>
                    <a:pt x="8636" y="485140"/>
                    <a:pt x="7239" y="477647"/>
                  </a:cubicBezTo>
                  <a:cubicBezTo>
                    <a:pt x="5842" y="470154"/>
                    <a:pt x="4572" y="462534"/>
                    <a:pt x="3556" y="454914"/>
                  </a:cubicBezTo>
                  <a:cubicBezTo>
                    <a:pt x="2540" y="447294"/>
                    <a:pt x="1778" y="439674"/>
                    <a:pt x="1143" y="432054"/>
                  </a:cubicBezTo>
                  <a:cubicBezTo>
                    <a:pt x="508" y="424434"/>
                    <a:pt x="254" y="416687"/>
                    <a:pt x="127" y="409067"/>
                  </a:cubicBezTo>
                  <a:cubicBezTo>
                    <a:pt x="0" y="401447"/>
                    <a:pt x="127" y="393700"/>
                    <a:pt x="381" y="386080"/>
                  </a:cubicBezTo>
                  <a:cubicBezTo>
                    <a:pt x="635" y="378460"/>
                    <a:pt x="1270" y="370713"/>
                    <a:pt x="2032" y="363093"/>
                  </a:cubicBezTo>
                  <a:cubicBezTo>
                    <a:pt x="2794" y="355473"/>
                    <a:pt x="3810" y="347853"/>
                    <a:pt x="4953" y="340233"/>
                  </a:cubicBezTo>
                  <a:cubicBezTo>
                    <a:pt x="6096" y="332613"/>
                    <a:pt x="7493" y="325120"/>
                    <a:pt x="9144" y="317627"/>
                  </a:cubicBezTo>
                  <a:cubicBezTo>
                    <a:pt x="10795" y="310134"/>
                    <a:pt x="12573" y="302641"/>
                    <a:pt x="14605" y="295275"/>
                  </a:cubicBezTo>
                  <a:cubicBezTo>
                    <a:pt x="16637" y="287909"/>
                    <a:pt x="18923" y="280543"/>
                    <a:pt x="21336" y="273304"/>
                  </a:cubicBezTo>
                  <a:cubicBezTo>
                    <a:pt x="23749" y="266065"/>
                    <a:pt x="26543" y="258826"/>
                    <a:pt x="29337" y="251714"/>
                  </a:cubicBezTo>
                  <a:cubicBezTo>
                    <a:pt x="32131" y="244602"/>
                    <a:pt x="35306" y="237617"/>
                    <a:pt x="38608" y="230632"/>
                  </a:cubicBezTo>
                  <a:cubicBezTo>
                    <a:pt x="41910" y="223647"/>
                    <a:pt x="45339" y="216789"/>
                    <a:pt x="49022" y="210058"/>
                  </a:cubicBezTo>
                  <a:cubicBezTo>
                    <a:pt x="52705" y="203327"/>
                    <a:pt x="56515" y="196723"/>
                    <a:pt x="60579" y="190119"/>
                  </a:cubicBezTo>
                  <a:cubicBezTo>
                    <a:pt x="64643" y="183515"/>
                    <a:pt x="68834" y="177165"/>
                    <a:pt x="73279" y="170942"/>
                  </a:cubicBezTo>
                  <a:cubicBezTo>
                    <a:pt x="77724" y="164719"/>
                    <a:pt x="82296" y="158496"/>
                    <a:pt x="87122" y="152527"/>
                  </a:cubicBezTo>
                  <a:cubicBezTo>
                    <a:pt x="91948" y="146558"/>
                    <a:pt x="96901" y="140589"/>
                    <a:pt x="101981" y="134874"/>
                  </a:cubicBezTo>
                  <a:cubicBezTo>
                    <a:pt x="107061" y="129159"/>
                    <a:pt x="112395" y="123571"/>
                    <a:pt x="117856" y="118110"/>
                  </a:cubicBezTo>
                  <a:cubicBezTo>
                    <a:pt x="136525" y="99314"/>
                    <a:pt x="156718" y="82677"/>
                    <a:pt x="178689" y="67945"/>
                  </a:cubicBezTo>
                  <a:cubicBezTo>
                    <a:pt x="200660" y="53213"/>
                    <a:pt x="223774" y="40767"/>
                    <a:pt x="248285" y="30734"/>
                  </a:cubicBezTo>
                  <a:cubicBezTo>
                    <a:pt x="272796" y="20701"/>
                    <a:pt x="297815" y="12954"/>
                    <a:pt x="323723" y="7874"/>
                  </a:cubicBezTo>
                  <a:cubicBezTo>
                    <a:pt x="349631" y="2794"/>
                    <a:pt x="375793" y="254"/>
                    <a:pt x="402209" y="254"/>
                  </a:cubicBezTo>
                  <a:close/>
                  <a:moveTo>
                    <a:pt x="402209" y="792607"/>
                  </a:moveTo>
                  <a:cubicBezTo>
                    <a:pt x="617474" y="792607"/>
                    <a:pt x="792607" y="617474"/>
                    <a:pt x="792607" y="402209"/>
                  </a:cubicBezTo>
                  <a:cubicBezTo>
                    <a:pt x="792607" y="186944"/>
                    <a:pt x="617474" y="11811"/>
                    <a:pt x="402209" y="11811"/>
                  </a:cubicBezTo>
                  <a:cubicBezTo>
                    <a:pt x="186944" y="11811"/>
                    <a:pt x="11811" y="186944"/>
                    <a:pt x="11811" y="402336"/>
                  </a:cubicBezTo>
                  <a:cubicBezTo>
                    <a:pt x="11811" y="617728"/>
                    <a:pt x="186944" y="792734"/>
                    <a:pt x="402209" y="792734"/>
                  </a:cubicBezTo>
                  <a:close/>
                </a:path>
              </a:pathLst>
            </a:custGeom>
            <a:solidFill>
              <a:srgbClr val="879282"/>
            </a:solidFill>
          </p:spPr>
        </p:sp>
        <p:sp>
          <p:nvSpPr>
            <p:cNvPr id="15" name="Freeform 15"/>
            <p:cNvSpPr/>
            <p:nvPr/>
          </p:nvSpPr>
          <p:spPr>
            <a:xfrm>
              <a:off x="1096010" y="252730"/>
              <a:ext cx="561213" cy="561340"/>
            </a:xfrm>
            <a:custGeom>
              <a:avLst/>
              <a:gdLst/>
              <a:ahLst/>
              <a:cxnLst/>
              <a:rect l="l" t="t" r="r" b="b"/>
              <a:pathLst>
                <a:path w="561213" h="561340">
                  <a:moveTo>
                    <a:pt x="280543" y="0"/>
                  </a:moveTo>
                  <a:cubicBezTo>
                    <a:pt x="435229" y="0"/>
                    <a:pt x="561213" y="125857"/>
                    <a:pt x="561213" y="280670"/>
                  </a:cubicBezTo>
                  <a:cubicBezTo>
                    <a:pt x="561213" y="435483"/>
                    <a:pt x="435356" y="561340"/>
                    <a:pt x="280543" y="561340"/>
                  </a:cubicBezTo>
                  <a:cubicBezTo>
                    <a:pt x="125730" y="561340"/>
                    <a:pt x="0" y="435356"/>
                    <a:pt x="0" y="280670"/>
                  </a:cubicBezTo>
                  <a:cubicBezTo>
                    <a:pt x="0" y="125984"/>
                    <a:pt x="125857" y="0"/>
                    <a:pt x="280670" y="0"/>
                  </a:cubicBezTo>
                  <a:close/>
                  <a:moveTo>
                    <a:pt x="280543" y="553085"/>
                  </a:moveTo>
                  <a:cubicBezTo>
                    <a:pt x="430784" y="553085"/>
                    <a:pt x="552958" y="430911"/>
                    <a:pt x="552958" y="280670"/>
                  </a:cubicBezTo>
                  <a:cubicBezTo>
                    <a:pt x="552958" y="130429"/>
                    <a:pt x="430784" y="8255"/>
                    <a:pt x="280543" y="8255"/>
                  </a:cubicBezTo>
                  <a:cubicBezTo>
                    <a:pt x="130302" y="8255"/>
                    <a:pt x="8255" y="130429"/>
                    <a:pt x="8255" y="280670"/>
                  </a:cubicBezTo>
                  <a:cubicBezTo>
                    <a:pt x="8255" y="430911"/>
                    <a:pt x="130429" y="552958"/>
                    <a:pt x="280670" y="552958"/>
                  </a:cubicBezTo>
                  <a:lnTo>
                    <a:pt x="280670" y="552958"/>
                  </a:lnTo>
                  <a:close/>
                </a:path>
              </a:pathLst>
            </a:custGeom>
            <a:solidFill>
              <a:srgbClr val="879282"/>
            </a:solidFill>
          </p:spPr>
        </p:sp>
        <p:sp>
          <p:nvSpPr>
            <p:cNvPr id="16" name="Freeform 16"/>
            <p:cNvSpPr/>
            <p:nvPr/>
          </p:nvSpPr>
          <p:spPr>
            <a:xfrm>
              <a:off x="63500" y="493522"/>
              <a:ext cx="1694688" cy="12827"/>
            </a:xfrm>
            <a:custGeom>
              <a:avLst/>
              <a:gdLst/>
              <a:ahLst/>
              <a:cxnLst/>
              <a:rect l="l" t="t" r="r" b="b"/>
              <a:pathLst>
                <a:path w="1694688" h="12827">
                  <a:moveTo>
                    <a:pt x="1694561" y="6477"/>
                  </a:moveTo>
                  <a:cubicBezTo>
                    <a:pt x="1553337" y="9144"/>
                    <a:pt x="1412113" y="10541"/>
                    <a:pt x="1270889" y="11430"/>
                  </a:cubicBezTo>
                  <a:cubicBezTo>
                    <a:pt x="1200277" y="12065"/>
                    <a:pt x="1129665" y="12192"/>
                    <a:pt x="1059053" y="12446"/>
                  </a:cubicBezTo>
                  <a:lnTo>
                    <a:pt x="847217" y="12827"/>
                  </a:lnTo>
                  <a:lnTo>
                    <a:pt x="635381" y="12446"/>
                  </a:lnTo>
                  <a:lnTo>
                    <a:pt x="529463" y="11938"/>
                  </a:lnTo>
                  <a:lnTo>
                    <a:pt x="476504" y="11684"/>
                  </a:lnTo>
                  <a:lnTo>
                    <a:pt x="423545" y="11303"/>
                  </a:lnTo>
                  <a:cubicBezTo>
                    <a:pt x="282448" y="10668"/>
                    <a:pt x="141224" y="9271"/>
                    <a:pt x="0" y="6477"/>
                  </a:cubicBezTo>
                  <a:cubicBezTo>
                    <a:pt x="141224" y="3810"/>
                    <a:pt x="282448" y="2413"/>
                    <a:pt x="423672" y="1524"/>
                  </a:cubicBezTo>
                  <a:lnTo>
                    <a:pt x="476631" y="1143"/>
                  </a:lnTo>
                  <a:lnTo>
                    <a:pt x="529590" y="889"/>
                  </a:lnTo>
                  <a:lnTo>
                    <a:pt x="635508" y="381"/>
                  </a:lnTo>
                  <a:lnTo>
                    <a:pt x="847344" y="0"/>
                  </a:lnTo>
                  <a:lnTo>
                    <a:pt x="1059180" y="381"/>
                  </a:lnTo>
                  <a:cubicBezTo>
                    <a:pt x="1129792" y="762"/>
                    <a:pt x="1200404" y="889"/>
                    <a:pt x="1271016" y="1397"/>
                  </a:cubicBezTo>
                  <a:cubicBezTo>
                    <a:pt x="1412240" y="2286"/>
                    <a:pt x="1553464" y="3810"/>
                    <a:pt x="1694688" y="6350"/>
                  </a:cubicBezTo>
                  <a:close/>
                </a:path>
              </a:pathLst>
            </a:custGeom>
            <a:solidFill>
              <a:srgbClr val="879282"/>
            </a:solidFill>
          </p:spPr>
        </p:sp>
        <p:sp>
          <p:nvSpPr>
            <p:cNvPr id="17" name="Freeform 17"/>
            <p:cNvSpPr/>
            <p:nvPr/>
          </p:nvSpPr>
          <p:spPr>
            <a:xfrm>
              <a:off x="1751711" y="500253"/>
              <a:ext cx="12700" cy="432816"/>
            </a:xfrm>
            <a:custGeom>
              <a:avLst/>
              <a:gdLst/>
              <a:ahLst/>
              <a:cxnLst/>
              <a:rect l="l" t="t" r="r" b="b"/>
              <a:pathLst>
                <a:path w="12700" h="432816">
                  <a:moveTo>
                    <a:pt x="6350" y="432816"/>
                  </a:moveTo>
                  <a:cubicBezTo>
                    <a:pt x="3683" y="396748"/>
                    <a:pt x="2286" y="360680"/>
                    <a:pt x="1397" y="324612"/>
                  </a:cubicBezTo>
                  <a:cubicBezTo>
                    <a:pt x="508" y="288544"/>
                    <a:pt x="0" y="252476"/>
                    <a:pt x="0" y="216408"/>
                  </a:cubicBezTo>
                  <a:cubicBezTo>
                    <a:pt x="0" y="180340"/>
                    <a:pt x="381" y="144272"/>
                    <a:pt x="1397" y="108204"/>
                  </a:cubicBezTo>
                  <a:cubicBezTo>
                    <a:pt x="2413" y="72136"/>
                    <a:pt x="3683" y="36068"/>
                    <a:pt x="6350" y="0"/>
                  </a:cubicBezTo>
                  <a:cubicBezTo>
                    <a:pt x="9017" y="36068"/>
                    <a:pt x="10414" y="72136"/>
                    <a:pt x="11303" y="108204"/>
                  </a:cubicBezTo>
                  <a:cubicBezTo>
                    <a:pt x="12192" y="144272"/>
                    <a:pt x="12700" y="180340"/>
                    <a:pt x="12700" y="216408"/>
                  </a:cubicBezTo>
                  <a:cubicBezTo>
                    <a:pt x="12700" y="252476"/>
                    <a:pt x="12192" y="288544"/>
                    <a:pt x="11303" y="324612"/>
                  </a:cubicBezTo>
                  <a:cubicBezTo>
                    <a:pt x="10414" y="360680"/>
                    <a:pt x="8890" y="396748"/>
                    <a:pt x="6223" y="432816"/>
                  </a:cubicBezTo>
                  <a:close/>
                </a:path>
              </a:pathLst>
            </a:custGeom>
            <a:solidFill>
              <a:srgbClr val="879282"/>
            </a:solidFill>
          </p:spPr>
        </p:sp>
        <p:sp>
          <p:nvSpPr>
            <p:cNvPr id="18" name="Freeform 18"/>
            <p:cNvSpPr/>
            <p:nvPr/>
          </p:nvSpPr>
          <p:spPr>
            <a:xfrm>
              <a:off x="1751711" y="1073150"/>
              <a:ext cx="12827" cy="1823085"/>
            </a:xfrm>
            <a:custGeom>
              <a:avLst/>
              <a:gdLst/>
              <a:ahLst/>
              <a:cxnLst/>
              <a:rect l="l" t="t" r="r" b="b"/>
              <a:pathLst>
                <a:path w="12827" h="1823085">
                  <a:moveTo>
                    <a:pt x="6477" y="0"/>
                  </a:moveTo>
                  <a:cubicBezTo>
                    <a:pt x="3810" y="152273"/>
                    <a:pt x="2413" y="304419"/>
                    <a:pt x="1524" y="456692"/>
                  </a:cubicBezTo>
                  <a:lnTo>
                    <a:pt x="1143" y="513842"/>
                  </a:lnTo>
                  <a:lnTo>
                    <a:pt x="889" y="570865"/>
                  </a:lnTo>
                  <a:lnTo>
                    <a:pt x="381" y="685038"/>
                  </a:lnTo>
                  <a:lnTo>
                    <a:pt x="0" y="913384"/>
                  </a:lnTo>
                  <a:lnTo>
                    <a:pt x="381" y="1141730"/>
                  </a:lnTo>
                  <a:cubicBezTo>
                    <a:pt x="762" y="1217803"/>
                    <a:pt x="889" y="1294003"/>
                    <a:pt x="1397" y="1370076"/>
                  </a:cubicBezTo>
                  <a:cubicBezTo>
                    <a:pt x="2286" y="1521079"/>
                    <a:pt x="3683" y="1672082"/>
                    <a:pt x="6350" y="1823085"/>
                  </a:cubicBezTo>
                  <a:lnTo>
                    <a:pt x="6477" y="1823085"/>
                  </a:lnTo>
                  <a:cubicBezTo>
                    <a:pt x="9144" y="1672082"/>
                    <a:pt x="10414" y="1521079"/>
                    <a:pt x="11430" y="1370076"/>
                  </a:cubicBezTo>
                  <a:cubicBezTo>
                    <a:pt x="12065" y="1294003"/>
                    <a:pt x="12192" y="1217803"/>
                    <a:pt x="12446" y="1141730"/>
                  </a:cubicBezTo>
                  <a:lnTo>
                    <a:pt x="12827" y="913384"/>
                  </a:lnTo>
                  <a:lnTo>
                    <a:pt x="12446" y="685038"/>
                  </a:lnTo>
                  <a:lnTo>
                    <a:pt x="11938" y="570865"/>
                  </a:lnTo>
                  <a:lnTo>
                    <a:pt x="11684" y="513842"/>
                  </a:lnTo>
                  <a:lnTo>
                    <a:pt x="11303" y="456819"/>
                  </a:lnTo>
                  <a:cubicBezTo>
                    <a:pt x="10414" y="304546"/>
                    <a:pt x="9017" y="152400"/>
                    <a:pt x="6350" y="127"/>
                  </a:cubicBezTo>
                  <a:close/>
                </a:path>
              </a:pathLst>
            </a:custGeom>
            <a:solidFill>
              <a:srgbClr val="879282"/>
            </a:solidFill>
          </p:spPr>
        </p:sp>
        <p:sp>
          <p:nvSpPr>
            <p:cNvPr id="19" name="Freeform 19"/>
            <p:cNvSpPr/>
            <p:nvPr/>
          </p:nvSpPr>
          <p:spPr>
            <a:xfrm>
              <a:off x="1765808" y="63500"/>
              <a:ext cx="470281" cy="939546"/>
            </a:xfrm>
            <a:custGeom>
              <a:avLst/>
              <a:gdLst/>
              <a:ahLst/>
              <a:cxnLst/>
              <a:rect l="l" t="t" r="r" b="b"/>
              <a:pathLst>
                <a:path w="470281" h="939546">
                  <a:moveTo>
                    <a:pt x="332232" y="137541"/>
                  </a:moveTo>
                  <a:cubicBezTo>
                    <a:pt x="310515" y="115697"/>
                    <a:pt x="286766" y="96139"/>
                    <a:pt x="261112" y="78994"/>
                  </a:cubicBezTo>
                  <a:cubicBezTo>
                    <a:pt x="235458" y="61849"/>
                    <a:pt x="208407" y="47371"/>
                    <a:pt x="179832" y="35560"/>
                  </a:cubicBezTo>
                  <a:cubicBezTo>
                    <a:pt x="151257" y="23749"/>
                    <a:pt x="121920" y="14859"/>
                    <a:pt x="91694" y="8890"/>
                  </a:cubicBezTo>
                  <a:cubicBezTo>
                    <a:pt x="61468" y="2921"/>
                    <a:pt x="30861" y="0"/>
                    <a:pt x="0" y="0"/>
                  </a:cubicBezTo>
                  <a:lnTo>
                    <a:pt x="0" y="12827"/>
                  </a:lnTo>
                  <a:cubicBezTo>
                    <a:pt x="251968" y="12827"/>
                    <a:pt x="456946" y="217805"/>
                    <a:pt x="456946" y="469773"/>
                  </a:cubicBezTo>
                  <a:cubicBezTo>
                    <a:pt x="456946" y="721741"/>
                    <a:pt x="251968" y="926719"/>
                    <a:pt x="0" y="926719"/>
                  </a:cubicBezTo>
                  <a:lnTo>
                    <a:pt x="0" y="939546"/>
                  </a:lnTo>
                  <a:cubicBezTo>
                    <a:pt x="23114" y="939546"/>
                    <a:pt x="46101" y="937895"/>
                    <a:pt x="68961" y="934466"/>
                  </a:cubicBezTo>
                  <a:cubicBezTo>
                    <a:pt x="91821" y="931037"/>
                    <a:pt x="114300" y="926084"/>
                    <a:pt x="136398" y="919353"/>
                  </a:cubicBezTo>
                  <a:cubicBezTo>
                    <a:pt x="158496" y="912622"/>
                    <a:pt x="179959" y="904367"/>
                    <a:pt x="200914" y="894461"/>
                  </a:cubicBezTo>
                  <a:cubicBezTo>
                    <a:pt x="221869" y="884555"/>
                    <a:pt x="241808" y="873252"/>
                    <a:pt x="260985" y="860425"/>
                  </a:cubicBezTo>
                  <a:cubicBezTo>
                    <a:pt x="280162" y="847598"/>
                    <a:pt x="298323" y="833374"/>
                    <a:pt x="315468" y="817880"/>
                  </a:cubicBezTo>
                  <a:cubicBezTo>
                    <a:pt x="332613" y="802386"/>
                    <a:pt x="348488" y="785622"/>
                    <a:pt x="363093" y="767842"/>
                  </a:cubicBezTo>
                  <a:cubicBezTo>
                    <a:pt x="377698" y="750062"/>
                    <a:pt x="391033" y="731139"/>
                    <a:pt x="402844" y="711327"/>
                  </a:cubicBezTo>
                  <a:cubicBezTo>
                    <a:pt x="414655" y="691515"/>
                    <a:pt x="425069" y="670941"/>
                    <a:pt x="433959" y="649605"/>
                  </a:cubicBezTo>
                  <a:cubicBezTo>
                    <a:pt x="442849" y="628269"/>
                    <a:pt x="450088" y="606425"/>
                    <a:pt x="455676" y="583946"/>
                  </a:cubicBezTo>
                  <a:cubicBezTo>
                    <a:pt x="461264" y="561467"/>
                    <a:pt x="465201" y="538861"/>
                    <a:pt x="467487" y="515874"/>
                  </a:cubicBezTo>
                  <a:cubicBezTo>
                    <a:pt x="469773" y="492887"/>
                    <a:pt x="470281" y="469900"/>
                    <a:pt x="469138" y="446786"/>
                  </a:cubicBezTo>
                  <a:cubicBezTo>
                    <a:pt x="467995" y="423672"/>
                    <a:pt x="465201" y="400812"/>
                    <a:pt x="460629" y="378206"/>
                  </a:cubicBezTo>
                  <a:cubicBezTo>
                    <a:pt x="456057" y="355600"/>
                    <a:pt x="449961" y="333375"/>
                    <a:pt x="442214" y="311531"/>
                  </a:cubicBezTo>
                  <a:cubicBezTo>
                    <a:pt x="434467" y="289687"/>
                    <a:pt x="425069" y="268732"/>
                    <a:pt x="414274" y="248285"/>
                  </a:cubicBezTo>
                  <a:cubicBezTo>
                    <a:pt x="403479" y="227838"/>
                    <a:pt x="391033" y="208407"/>
                    <a:pt x="377317" y="189865"/>
                  </a:cubicBezTo>
                  <a:cubicBezTo>
                    <a:pt x="363601" y="171323"/>
                    <a:pt x="348488" y="153797"/>
                    <a:pt x="332232" y="137541"/>
                  </a:cubicBezTo>
                  <a:close/>
                </a:path>
              </a:pathLst>
            </a:custGeom>
            <a:solidFill>
              <a:srgbClr val="879282"/>
            </a:solidFill>
          </p:spPr>
        </p:sp>
      </p:grpSp>
      <p:sp>
        <p:nvSpPr>
          <p:cNvPr id="20" name="Freeform 20"/>
          <p:cNvSpPr/>
          <p:nvPr/>
        </p:nvSpPr>
        <p:spPr>
          <a:xfrm>
            <a:off x="2935805" y="5460825"/>
            <a:ext cx="6705600" cy="1609725"/>
          </a:xfrm>
          <a:custGeom>
            <a:avLst/>
            <a:gdLst/>
            <a:ahLst/>
            <a:cxnLst/>
            <a:rect l="l" t="t" r="r" b="b"/>
            <a:pathLst>
              <a:path w="6705600" h="1609725">
                <a:moveTo>
                  <a:pt x="0" y="0"/>
                </a:moveTo>
                <a:lnTo>
                  <a:pt x="6705600" y="0"/>
                </a:lnTo>
                <a:lnTo>
                  <a:pt x="6705600" y="1609725"/>
                </a:lnTo>
                <a:lnTo>
                  <a:pt x="0" y="1609725"/>
                </a:lnTo>
                <a:lnTo>
                  <a:pt x="0" y="0"/>
                </a:lnTo>
                <a:close/>
              </a:path>
            </a:pathLst>
          </a:custGeom>
          <a:blipFill>
            <a:blip r:embed="rId4"/>
            <a:stretch>
              <a:fillRect/>
            </a:stretch>
          </a:blipFill>
        </p:spPr>
      </p:sp>
      <p:grpSp>
        <p:nvGrpSpPr>
          <p:cNvPr id="21" name="Group 21"/>
          <p:cNvGrpSpPr>
            <a:grpSpLocks noChangeAspect="1"/>
          </p:cNvGrpSpPr>
          <p:nvPr/>
        </p:nvGrpSpPr>
        <p:grpSpPr>
          <a:xfrm>
            <a:off x="0" y="6953364"/>
            <a:ext cx="2214048" cy="2842165"/>
            <a:chOff x="0" y="0"/>
            <a:chExt cx="2214042" cy="2842158"/>
          </a:xfrm>
        </p:grpSpPr>
        <p:sp>
          <p:nvSpPr>
            <p:cNvPr id="22" name="Freeform 22"/>
            <p:cNvSpPr/>
            <p:nvPr/>
          </p:nvSpPr>
          <p:spPr>
            <a:xfrm>
              <a:off x="0" y="0"/>
              <a:ext cx="2213991" cy="2842133"/>
            </a:xfrm>
            <a:custGeom>
              <a:avLst/>
              <a:gdLst/>
              <a:ahLst/>
              <a:cxnLst/>
              <a:rect l="l" t="t" r="r" b="b"/>
              <a:pathLst>
                <a:path w="2213991" h="2842133">
                  <a:moveTo>
                    <a:pt x="0" y="2842133"/>
                  </a:moveTo>
                  <a:lnTo>
                    <a:pt x="2213991" y="2842133"/>
                  </a:lnTo>
                  <a:lnTo>
                    <a:pt x="2213991" y="0"/>
                  </a:lnTo>
                  <a:lnTo>
                    <a:pt x="0" y="0"/>
                  </a:lnTo>
                  <a:close/>
                </a:path>
              </a:pathLst>
            </a:custGeom>
            <a:solidFill>
              <a:srgbClr val="000000">
                <a:alpha val="0"/>
              </a:srgbClr>
            </a:solidFill>
          </p:spPr>
        </p:sp>
      </p:grpSp>
      <p:sp>
        <p:nvSpPr>
          <p:cNvPr id="23" name="TextBox 23"/>
          <p:cNvSpPr txBox="1"/>
          <p:nvPr/>
        </p:nvSpPr>
        <p:spPr>
          <a:xfrm>
            <a:off x="791708" y="457438"/>
            <a:ext cx="996886" cy="834047"/>
          </a:xfrm>
          <a:prstGeom prst="rect">
            <a:avLst/>
          </a:prstGeom>
        </p:spPr>
        <p:txBody>
          <a:bodyPr lIns="0" tIns="0" rIns="0" bIns="0" rtlCol="0" anchor="t">
            <a:spAutoFit/>
          </a:bodyPr>
          <a:lstStyle/>
          <a:p>
            <a:pPr algn="ctr">
              <a:lnSpc>
                <a:spcPts val="3298"/>
              </a:lnSpc>
            </a:pPr>
            <a:r>
              <a:rPr lang="en-US" sz="2399">
                <a:solidFill>
                  <a:srgbClr val="000000"/>
                </a:solidFill>
                <a:latin typeface="CAT Neuzeit"/>
                <a:ea typeface="CAT Neuzeit"/>
                <a:cs typeface="CAT Neuzeit"/>
                <a:sym typeface="CAT Neuzeit"/>
              </a:rPr>
              <a:t>Tv Ad Budget</a:t>
            </a:r>
          </a:p>
        </p:txBody>
      </p:sp>
      <p:sp>
        <p:nvSpPr>
          <p:cNvPr id="24" name="TextBox 24"/>
          <p:cNvSpPr txBox="1"/>
          <p:nvPr/>
        </p:nvSpPr>
        <p:spPr>
          <a:xfrm>
            <a:off x="1011679" y="1514713"/>
            <a:ext cx="548183"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50K</a:t>
            </a:r>
          </a:p>
        </p:txBody>
      </p:sp>
      <p:sp>
        <p:nvSpPr>
          <p:cNvPr id="25" name="TextBox 25"/>
          <p:cNvSpPr txBox="1"/>
          <p:nvPr/>
        </p:nvSpPr>
        <p:spPr>
          <a:xfrm>
            <a:off x="932507" y="2410063"/>
            <a:ext cx="709460"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100K</a:t>
            </a:r>
          </a:p>
        </p:txBody>
      </p:sp>
      <p:sp>
        <p:nvSpPr>
          <p:cNvPr id="26" name="TextBox 26"/>
          <p:cNvSpPr txBox="1"/>
          <p:nvPr/>
        </p:nvSpPr>
        <p:spPr>
          <a:xfrm>
            <a:off x="1004087" y="3305413"/>
            <a:ext cx="563413"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80K</a:t>
            </a:r>
          </a:p>
        </p:txBody>
      </p:sp>
      <p:sp>
        <p:nvSpPr>
          <p:cNvPr id="27" name="TextBox 27"/>
          <p:cNvSpPr txBox="1"/>
          <p:nvPr/>
        </p:nvSpPr>
        <p:spPr>
          <a:xfrm>
            <a:off x="945452" y="4200763"/>
            <a:ext cx="683047"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120K</a:t>
            </a:r>
          </a:p>
        </p:txBody>
      </p:sp>
      <p:sp>
        <p:nvSpPr>
          <p:cNvPr id="28" name="TextBox 28"/>
          <p:cNvSpPr txBox="1"/>
          <p:nvPr/>
        </p:nvSpPr>
        <p:spPr>
          <a:xfrm>
            <a:off x="2778252" y="457438"/>
            <a:ext cx="871652" cy="834047"/>
          </a:xfrm>
          <a:prstGeom prst="rect">
            <a:avLst/>
          </a:prstGeom>
        </p:spPr>
        <p:txBody>
          <a:bodyPr lIns="0" tIns="0" rIns="0" bIns="0" rtlCol="0" anchor="t">
            <a:spAutoFit/>
          </a:bodyPr>
          <a:lstStyle/>
          <a:p>
            <a:pPr algn="ctr">
              <a:lnSpc>
                <a:spcPts val="3298"/>
              </a:lnSpc>
            </a:pPr>
            <a:r>
              <a:rPr lang="en-US" sz="2399">
                <a:solidFill>
                  <a:srgbClr val="000000"/>
                </a:solidFill>
                <a:latin typeface="CAT Neuzeit"/>
                <a:ea typeface="CAT Neuzeit"/>
                <a:cs typeface="CAT Neuzeit"/>
                <a:sym typeface="CAT Neuzeit"/>
              </a:rPr>
              <a:t>Actual Sales</a:t>
            </a:r>
          </a:p>
        </p:txBody>
      </p:sp>
      <p:sp>
        <p:nvSpPr>
          <p:cNvPr id="29" name="TextBox 29"/>
          <p:cNvSpPr txBox="1"/>
          <p:nvPr/>
        </p:nvSpPr>
        <p:spPr>
          <a:xfrm>
            <a:off x="3050457" y="1514713"/>
            <a:ext cx="316373"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14</a:t>
            </a:r>
          </a:p>
        </p:txBody>
      </p:sp>
      <p:sp>
        <p:nvSpPr>
          <p:cNvPr id="30" name="TextBox 30"/>
          <p:cNvSpPr txBox="1"/>
          <p:nvPr/>
        </p:nvSpPr>
        <p:spPr>
          <a:xfrm>
            <a:off x="3038704" y="2410063"/>
            <a:ext cx="340300"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28</a:t>
            </a:r>
          </a:p>
        </p:txBody>
      </p:sp>
      <p:sp>
        <p:nvSpPr>
          <p:cNvPr id="31" name="TextBox 31"/>
          <p:cNvSpPr txBox="1"/>
          <p:nvPr/>
        </p:nvSpPr>
        <p:spPr>
          <a:xfrm>
            <a:off x="3046143" y="3305413"/>
            <a:ext cx="32506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22</a:t>
            </a:r>
          </a:p>
        </p:txBody>
      </p:sp>
      <p:sp>
        <p:nvSpPr>
          <p:cNvPr id="32" name="TextBox 32"/>
          <p:cNvSpPr txBox="1"/>
          <p:nvPr/>
        </p:nvSpPr>
        <p:spPr>
          <a:xfrm>
            <a:off x="3046143" y="4200763"/>
            <a:ext cx="32506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35</a:t>
            </a:r>
          </a:p>
        </p:txBody>
      </p:sp>
      <p:sp>
        <p:nvSpPr>
          <p:cNvPr id="33" name="TextBox 33"/>
          <p:cNvSpPr txBox="1"/>
          <p:nvPr/>
        </p:nvSpPr>
        <p:spPr>
          <a:xfrm>
            <a:off x="4598337" y="457438"/>
            <a:ext cx="1360475" cy="834047"/>
          </a:xfrm>
          <a:prstGeom prst="rect">
            <a:avLst/>
          </a:prstGeom>
        </p:spPr>
        <p:txBody>
          <a:bodyPr lIns="0" tIns="0" rIns="0" bIns="0" rtlCol="0" anchor="t">
            <a:spAutoFit/>
          </a:bodyPr>
          <a:lstStyle/>
          <a:p>
            <a:pPr algn="ctr">
              <a:lnSpc>
                <a:spcPts val="3298"/>
              </a:lnSpc>
            </a:pPr>
            <a:r>
              <a:rPr lang="en-US" sz="2399">
                <a:solidFill>
                  <a:srgbClr val="000000"/>
                </a:solidFill>
                <a:latin typeface="CAT Neuzeit"/>
                <a:ea typeface="CAT Neuzeit"/>
                <a:cs typeface="CAT Neuzeit"/>
                <a:sym typeface="CAT Neuzeit"/>
              </a:rPr>
              <a:t>Predicted Sales</a:t>
            </a:r>
          </a:p>
        </p:txBody>
      </p:sp>
      <p:sp>
        <p:nvSpPr>
          <p:cNvPr id="34" name="TextBox 34"/>
          <p:cNvSpPr txBox="1"/>
          <p:nvPr/>
        </p:nvSpPr>
        <p:spPr>
          <a:xfrm>
            <a:off x="4997491" y="1514713"/>
            <a:ext cx="546002"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13.5</a:t>
            </a:r>
          </a:p>
        </p:txBody>
      </p:sp>
      <p:sp>
        <p:nvSpPr>
          <p:cNvPr id="35" name="TextBox 35"/>
          <p:cNvSpPr txBox="1"/>
          <p:nvPr/>
        </p:nvSpPr>
        <p:spPr>
          <a:xfrm>
            <a:off x="5092894" y="2410063"/>
            <a:ext cx="351482"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30</a:t>
            </a:r>
          </a:p>
        </p:txBody>
      </p:sp>
      <p:sp>
        <p:nvSpPr>
          <p:cNvPr id="36" name="TextBox 36"/>
          <p:cNvSpPr txBox="1"/>
          <p:nvPr/>
        </p:nvSpPr>
        <p:spPr>
          <a:xfrm>
            <a:off x="5119383" y="3305413"/>
            <a:ext cx="29740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21</a:t>
            </a:r>
          </a:p>
        </p:txBody>
      </p:sp>
      <p:sp>
        <p:nvSpPr>
          <p:cNvPr id="37" name="TextBox 37"/>
          <p:cNvSpPr txBox="1"/>
          <p:nvPr/>
        </p:nvSpPr>
        <p:spPr>
          <a:xfrm>
            <a:off x="5105838" y="4200763"/>
            <a:ext cx="32506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32</a:t>
            </a:r>
          </a:p>
        </p:txBody>
      </p:sp>
      <p:sp>
        <p:nvSpPr>
          <p:cNvPr id="38" name="TextBox 38"/>
          <p:cNvSpPr txBox="1"/>
          <p:nvPr/>
        </p:nvSpPr>
        <p:spPr>
          <a:xfrm>
            <a:off x="11302689" y="5109467"/>
            <a:ext cx="871652" cy="834047"/>
          </a:xfrm>
          <a:prstGeom prst="rect">
            <a:avLst/>
          </a:prstGeom>
        </p:spPr>
        <p:txBody>
          <a:bodyPr lIns="0" tIns="0" rIns="0" bIns="0" rtlCol="0" anchor="t">
            <a:spAutoFit/>
          </a:bodyPr>
          <a:lstStyle/>
          <a:p>
            <a:pPr algn="ctr">
              <a:lnSpc>
                <a:spcPts val="3298"/>
              </a:lnSpc>
            </a:pPr>
            <a:r>
              <a:rPr lang="en-US" sz="2399">
                <a:solidFill>
                  <a:srgbClr val="000000"/>
                </a:solidFill>
                <a:latin typeface="CAT Neuzeit"/>
                <a:ea typeface="CAT Neuzeit"/>
                <a:cs typeface="CAT Neuzeit"/>
                <a:sym typeface="CAT Neuzeit"/>
              </a:rPr>
              <a:t>Actual Sales</a:t>
            </a:r>
          </a:p>
        </p:txBody>
      </p:sp>
      <p:sp>
        <p:nvSpPr>
          <p:cNvPr id="39" name="TextBox 39"/>
          <p:cNvSpPr txBox="1"/>
          <p:nvPr/>
        </p:nvSpPr>
        <p:spPr>
          <a:xfrm>
            <a:off x="11574894" y="6166742"/>
            <a:ext cx="316373"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14</a:t>
            </a:r>
          </a:p>
        </p:txBody>
      </p:sp>
      <p:sp>
        <p:nvSpPr>
          <p:cNvPr id="40" name="TextBox 40"/>
          <p:cNvSpPr txBox="1"/>
          <p:nvPr/>
        </p:nvSpPr>
        <p:spPr>
          <a:xfrm>
            <a:off x="11563140" y="7062092"/>
            <a:ext cx="340300"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28</a:t>
            </a:r>
          </a:p>
        </p:txBody>
      </p:sp>
      <p:sp>
        <p:nvSpPr>
          <p:cNvPr id="41" name="TextBox 41"/>
          <p:cNvSpPr txBox="1"/>
          <p:nvPr/>
        </p:nvSpPr>
        <p:spPr>
          <a:xfrm>
            <a:off x="11570579" y="7957442"/>
            <a:ext cx="32506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22</a:t>
            </a:r>
          </a:p>
        </p:txBody>
      </p:sp>
      <p:sp>
        <p:nvSpPr>
          <p:cNvPr id="42" name="TextBox 42"/>
          <p:cNvSpPr txBox="1"/>
          <p:nvPr/>
        </p:nvSpPr>
        <p:spPr>
          <a:xfrm>
            <a:off x="11570579" y="8852792"/>
            <a:ext cx="32506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35</a:t>
            </a:r>
          </a:p>
        </p:txBody>
      </p:sp>
      <p:sp>
        <p:nvSpPr>
          <p:cNvPr id="43" name="TextBox 43"/>
          <p:cNvSpPr txBox="1"/>
          <p:nvPr/>
        </p:nvSpPr>
        <p:spPr>
          <a:xfrm>
            <a:off x="12829623" y="5109467"/>
            <a:ext cx="1360465" cy="834047"/>
          </a:xfrm>
          <a:prstGeom prst="rect">
            <a:avLst/>
          </a:prstGeom>
        </p:spPr>
        <p:txBody>
          <a:bodyPr lIns="0" tIns="0" rIns="0" bIns="0" rtlCol="0" anchor="t">
            <a:spAutoFit/>
          </a:bodyPr>
          <a:lstStyle/>
          <a:p>
            <a:pPr algn="ctr">
              <a:lnSpc>
                <a:spcPts val="3298"/>
              </a:lnSpc>
            </a:pPr>
            <a:r>
              <a:rPr lang="en-US" sz="2399">
                <a:solidFill>
                  <a:srgbClr val="000000"/>
                </a:solidFill>
                <a:latin typeface="CAT Neuzeit"/>
                <a:ea typeface="CAT Neuzeit"/>
                <a:cs typeface="CAT Neuzeit"/>
                <a:sym typeface="CAT Neuzeit"/>
              </a:rPr>
              <a:t>Predicted Sales</a:t>
            </a:r>
          </a:p>
        </p:txBody>
      </p:sp>
      <p:sp>
        <p:nvSpPr>
          <p:cNvPr id="44" name="TextBox 44"/>
          <p:cNvSpPr txBox="1"/>
          <p:nvPr/>
        </p:nvSpPr>
        <p:spPr>
          <a:xfrm>
            <a:off x="13228930" y="6166742"/>
            <a:ext cx="546011"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13.5</a:t>
            </a:r>
          </a:p>
        </p:txBody>
      </p:sp>
      <p:sp>
        <p:nvSpPr>
          <p:cNvPr id="45" name="TextBox 45"/>
          <p:cNvSpPr txBox="1"/>
          <p:nvPr/>
        </p:nvSpPr>
        <p:spPr>
          <a:xfrm>
            <a:off x="13324180" y="7062092"/>
            <a:ext cx="351482"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30</a:t>
            </a:r>
          </a:p>
        </p:txBody>
      </p:sp>
      <p:sp>
        <p:nvSpPr>
          <p:cNvPr id="46" name="TextBox 46"/>
          <p:cNvSpPr txBox="1"/>
          <p:nvPr/>
        </p:nvSpPr>
        <p:spPr>
          <a:xfrm>
            <a:off x="13350812" y="7957442"/>
            <a:ext cx="29740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21</a:t>
            </a:r>
          </a:p>
        </p:txBody>
      </p:sp>
      <p:sp>
        <p:nvSpPr>
          <p:cNvPr id="47" name="TextBox 47"/>
          <p:cNvSpPr txBox="1"/>
          <p:nvPr/>
        </p:nvSpPr>
        <p:spPr>
          <a:xfrm>
            <a:off x="13337124" y="8852792"/>
            <a:ext cx="32506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32</a:t>
            </a:r>
          </a:p>
        </p:txBody>
      </p:sp>
      <p:sp>
        <p:nvSpPr>
          <p:cNvPr id="48" name="TextBox 48"/>
          <p:cNvSpPr txBox="1"/>
          <p:nvPr/>
        </p:nvSpPr>
        <p:spPr>
          <a:xfrm>
            <a:off x="15046566" y="6166742"/>
            <a:ext cx="43755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0.5</a:t>
            </a:r>
          </a:p>
        </p:txBody>
      </p:sp>
      <p:sp>
        <p:nvSpPr>
          <p:cNvPr id="49" name="TextBox 49"/>
          <p:cNvSpPr txBox="1"/>
          <p:nvPr/>
        </p:nvSpPr>
        <p:spPr>
          <a:xfrm>
            <a:off x="15117404" y="7062092"/>
            <a:ext cx="293056"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a:t>
            </a:r>
          </a:p>
        </p:txBody>
      </p:sp>
      <p:sp>
        <p:nvSpPr>
          <p:cNvPr id="50" name="TextBox 50"/>
          <p:cNvSpPr txBox="1"/>
          <p:nvPr/>
        </p:nvSpPr>
        <p:spPr>
          <a:xfrm>
            <a:off x="15194947" y="7957442"/>
            <a:ext cx="134884"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a:t>
            </a:r>
          </a:p>
        </p:txBody>
      </p:sp>
      <p:sp>
        <p:nvSpPr>
          <p:cNvPr id="51" name="TextBox 51"/>
          <p:cNvSpPr txBox="1"/>
          <p:nvPr/>
        </p:nvSpPr>
        <p:spPr>
          <a:xfrm>
            <a:off x="15181402" y="8852792"/>
            <a:ext cx="162544"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3</a:t>
            </a:r>
          </a:p>
        </p:txBody>
      </p:sp>
      <p:sp>
        <p:nvSpPr>
          <p:cNvPr id="52" name="TextBox 52"/>
          <p:cNvSpPr txBox="1"/>
          <p:nvPr/>
        </p:nvSpPr>
        <p:spPr>
          <a:xfrm>
            <a:off x="14786115" y="5309492"/>
            <a:ext cx="968940" cy="424472"/>
          </a:xfrm>
          <a:prstGeom prst="rect">
            <a:avLst/>
          </a:prstGeom>
        </p:spPr>
        <p:txBody>
          <a:bodyPr lIns="0" tIns="0" rIns="0" bIns="0" rtlCol="0" anchor="t">
            <a:spAutoFit/>
          </a:bodyPr>
          <a:lstStyle/>
          <a:p>
            <a:pPr algn="l">
              <a:lnSpc>
                <a:spcPts val="3358"/>
              </a:lnSpc>
            </a:pPr>
            <a:r>
              <a:rPr lang="en-US" sz="2399">
                <a:solidFill>
                  <a:srgbClr val="000000"/>
                </a:solidFill>
                <a:latin typeface="CAT Neuzeit"/>
                <a:ea typeface="CAT Neuzeit"/>
                <a:cs typeface="CAT Neuzeit"/>
                <a:sym typeface="CAT Neuzeit"/>
              </a:rPr>
              <a:t>yt - yp</a:t>
            </a:r>
          </a:p>
        </p:txBody>
      </p:sp>
      <p:sp>
        <p:nvSpPr>
          <p:cNvPr id="53" name="TextBox 53"/>
          <p:cNvSpPr txBox="1"/>
          <p:nvPr/>
        </p:nvSpPr>
        <p:spPr>
          <a:xfrm>
            <a:off x="16742245" y="6166742"/>
            <a:ext cx="600075"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0.25</a:t>
            </a:r>
          </a:p>
        </p:txBody>
      </p:sp>
      <p:sp>
        <p:nvSpPr>
          <p:cNvPr id="54" name="TextBox 54"/>
          <p:cNvSpPr txBox="1"/>
          <p:nvPr/>
        </p:nvSpPr>
        <p:spPr>
          <a:xfrm>
            <a:off x="16947480" y="7062092"/>
            <a:ext cx="181508"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4</a:t>
            </a:r>
          </a:p>
        </p:txBody>
      </p:sp>
      <p:sp>
        <p:nvSpPr>
          <p:cNvPr id="55" name="TextBox 55"/>
          <p:cNvSpPr txBox="1"/>
          <p:nvPr/>
        </p:nvSpPr>
        <p:spPr>
          <a:xfrm>
            <a:off x="16970245" y="7957442"/>
            <a:ext cx="134884"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a:t>
            </a:r>
          </a:p>
        </p:txBody>
      </p:sp>
      <p:sp>
        <p:nvSpPr>
          <p:cNvPr id="56" name="TextBox 56"/>
          <p:cNvSpPr txBox="1"/>
          <p:nvPr/>
        </p:nvSpPr>
        <p:spPr>
          <a:xfrm>
            <a:off x="16954767" y="8852792"/>
            <a:ext cx="166592"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9</a:t>
            </a:r>
          </a:p>
        </p:txBody>
      </p:sp>
      <p:sp>
        <p:nvSpPr>
          <p:cNvPr id="57" name="TextBox 57"/>
          <p:cNvSpPr txBox="1"/>
          <p:nvPr/>
        </p:nvSpPr>
        <p:spPr>
          <a:xfrm>
            <a:off x="16428510" y="5309492"/>
            <a:ext cx="1240193" cy="424472"/>
          </a:xfrm>
          <a:prstGeom prst="rect">
            <a:avLst/>
          </a:prstGeom>
        </p:spPr>
        <p:txBody>
          <a:bodyPr lIns="0" tIns="0" rIns="0" bIns="0" rtlCol="0" anchor="t">
            <a:spAutoFit/>
          </a:bodyPr>
          <a:lstStyle/>
          <a:p>
            <a:pPr algn="l">
              <a:lnSpc>
                <a:spcPts val="3358"/>
              </a:lnSpc>
            </a:pPr>
            <a:r>
              <a:rPr lang="en-US" sz="2399">
                <a:solidFill>
                  <a:srgbClr val="000000"/>
                </a:solidFill>
                <a:latin typeface="CAT Neuzeit"/>
                <a:ea typeface="CAT Neuzeit"/>
                <a:cs typeface="CAT Neuzeit"/>
                <a:sym typeface="CAT Neuzeit"/>
              </a:rPr>
              <a:t>(yt - yp)²</a:t>
            </a:r>
          </a:p>
        </p:txBody>
      </p:sp>
      <p:sp>
        <p:nvSpPr>
          <p:cNvPr id="58" name="TextBox 58"/>
          <p:cNvSpPr txBox="1"/>
          <p:nvPr/>
        </p:nvSpPr>
        <p:spPr>
          <a:xfrm>
            <a:off x="1347845" y="7170182"/>
            <a:ext cx="4831623" cy="793937"/>
          </a:xfrm>
          <a:prstGeom prst="rect">
            <a:avLst/>
          </a:prstGeom>
        </p:spPr>
        <p:txBody>
          <a:bodyPr lIns="0" tIns="0" rIns="0" bIns="0" rtlCol="0" anchor="t">
            <a:spAutoFit/>
          </a:bodyPr>
          <a:lstStyle/>
          <a:p>
            <a:pPr algn="l">
              <a:lnSpc>
                <a:spcPts val="5944"/>
              </a:lnSpc>
            </a:pPr>
            <a:r>
              <a:rPr lang="en-US" sz="4125">
                <a:solidFill>
                  <a:srgbClr val="4D6259"/>
                </a:solidFill>
                <a:latin typeface="Mukta Mahee"/>
                <a:ea typeface="Mukta Mahee"/>
                <a:cs typeface="Mukta Mahee"/>
                <a:sym typeface="Mukta Mahee"/>
              </a:rPr>
              <a:t>MAE = 14.25/4 = 3.5625</a:t>
            </a:r>
          </a:p>
        </p:txBody>
      </p:sp>
      <p:sp>
        <p:nvSpPr>
          <p:cNvPr id="59" name="TextBox 59"/>
          <p:cNvSpPr txBox="1"/>
          <p:nvPr/>
        </p:nvSpPr>
        <p:spPr>
          <a:xfrm>
            <a:off x="2688317" y="7925714"/>
            <a:ext cx="104242" cy="691305"/>
          </a:xfrm>
          <a:prstGeom prst="rect">
            <a:avLst/>
          </a:prstGeom>
        </p:spPr>
        <p:txBody>
          <a:bodyPr lIns="0" tIns="0" rIns="0" bIns="0" rtlCol="0" anchor="t">
            <a:spAutoFit/>
          </a:bodyPr>
          <a:lstStyle/>
          <a:p>
            <a:pPr algn="l">
              <a:lnSpc>
                <a:spcPts val="5223"/>
              </a:lnSpc>
            </a:pPr>
            <a:r>
              <a:rPr lang="en-US" sz="3624">
                <a:solidFill>
                  <a:srgbClr val="4D6259"/>
                </a:solidFill>
                <a:latin typeface="Mukta Mahee"/>
                <a:ea typeface="Mukta Mahee"/>
                <a:cs typeface="Mukta Mahee"/>
                <a:sym typeface="Mukta Mahee"/>
              </a:rPr>
              <a:t> </a:t>
            </a:r>
          </a:p>
        </p:txBody>
      </p:sp>
      <p:sp>
        <p:nvSpPr>
          <p:cNvPr id="60" name="TextBox 60"/>
          <p:cNvSpPr txBox="1"/>
          <p:nvPr/>
        </p:nvSpPr>
        <p:spPr>
          <a:xfrm>
            <a:off x="7104945" y="1117873"/>
            <a:ext cx="9007059" cy="2241737"/>
          </a:xfrm>
          <a:prstGeom prst="rect">
            <a:avLst/>
          </a:prstGeom>
        </p:spPr>
        <p:txBody>
          <a:bodyPr lIns="0" tIns="0" rIns="0" bIns="0" rtlCol="0" anchor="t">
            <a:spAutoFit/>
          </a:bodyPr>
          <a:lstStyle/>
          <a:p>
            <a:pPr algn="l">
              <a:lnSpc>
                <a:spcPts val="5774"/>
              </a:lnSpc>
            </a:pPr>
            <a:r>
              <a:rPr lang="en-US" sz="4125">
                <a:solidFill>
                  <a:srgbClr val="4D6259"/>
                </a:solidFill>
                <a:latin typeface="Mukta Mahee"/>
                <a:ea typeface="Mukta Mahee"/>
                <a:cs typeface="Mukta Mahee"/>
                <a:sym typeface="Mukta Mahee"/>
              </a:rPr>
              <a:t>Mean Squared Error - MSE ⟶ average of Squared differences between actual and predicted values.</a:t>
            </a:r>
          </a:p>
        </p:txBody>
      </p:sp>
      <p:sp>
        <p:nvSpPr>
          <p:cNvPr id="61" name="TextBox 61"/>
          <p:cNvSpPr txBox="1"/>
          <p:nvPr/>
        </p:nvSpPr>
        <p:spPr>
          <a:xfrm>
            <a:off x="1347845" y="7944764"/>
            <a:ext cx="8703735" cy="672255"/>
          </a:xfrm>
          <a:prstGeom prst="rect">
            <a:avLst/>
          </a:prstGeom>
        </p:spPr>
        <p:txBody>
          <a:bodyPr lIns="0" tIns="0" rIns="0" bIns="0" rtlCol="0" anchor="t">
            <a:spAutoFit/>
          </a:bodyPr>
          <a:lstStyle/>
          <a:p>
            <a:pPr algn="l">
              <a:lnSpc>
                <a:spcPts val="5023"/>
              </a:lnSpc>
            </a:pPr>
            <a:r>
              <a:rPr lang="en-US" sz="3624">
                <a:solidFill>
                  <a:srgbClr val="4D6259"/>
                </a:solidFill>
                <a:latin typeface="Mukta Mahee"/>
                <a:ea typeface="Mukta Mahee"/>
                <a:cs typeface="Mukta Mahee"/>
                <a:sym typeface="Mukta Mahee"/>
              </a:rPr>
              <a:t>Similarto MAE,but squares the error before</a:t>
            </a:r>
          </a:p>
        </p:txBody>
      </p:sp>
      <p:sp>
        <p:nvSpPr>
          <p:cNvPr id="62" name="TextBox 62"/>
          <p:cNvSpPr txBox="1"/>
          <p:nvPr/>
        </p:nvSpPr>
        <p:spPr>
          <a:xfrm>
            <a:off x="1347845" y="8582939"/>
            <a:ext cx="9030519" cy="672255"/>
          </a:xfrm>
          <a:prstGeom prst="rect">
            <a:avLst/>
          </a:prstGeom>
        </p:spPr>
        <p:txBody>
          <a:bodyPr lIns="0" tIns="0" rIns="0" bIns="0" rtlCol="0" anchor="t">
            <a:spAutoFit/>
          </a:bodyPr>
          <a:lstStyle/>
          <a:p>
            <a:pPr algn="l">
              <a:lnSpc>
                <a:spcPts val="5023"/>
              </a:lnSpc>
            </a:pPr>
            <a:r>
              <a:rPr lang="en-US" sz="3624">
                <a:solidFill>
                  <a:srgbClr val="4D6259"/>
                </a:solidFill>
                <a:latin typeface="Mukta Mahee"/>
                <a:ea typeface="Mukta Mahee"/>
                <a:cs typeface="Mukta Mahee"/>
                <a:sym typeface="Mukta Mahee"/>
              </a:rPr>
              <a:t>averaging. so, large errors are punished more.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EEE8"/>
        </a:solidFill>
        <a:effectLst/>
      </p:bgPr>
    </p:bg>
    <p:spTree>
      <p:nvGrpSpPr>
        <p:cNvPr id="1" name=""/>
        <p:cNvGrpSpPr/>
        <p:nvPr/>
      </p:nvGrpSpPr>
      <p:grpSpPr>
        <a:xfrm>
          <a:off x="0" y="0"/>
          <a:ext cx="0" cy="0"/>
          <a:chOff x="0" y="0"/>
          <a:chExt cx="0" cy="0"/>
        </a:xfrm>
      </p:grpSpPr>
      <p:sp>
        <p:nvSpPr>
          <p:cNvPr id="2" name="Freeform 2"/>
          <p:cNvSpPr/>
          <p:nvPr/>
        </p:nvSpPr>
        <p:spPr>
          <a:xfrm>
            <a:off x="-2566940" y="-3467176"/>
            <a:ext cx="10187730" cy="6022191"/>
          </a:xfrm>
          <a:custGeom>
            <a:avLst/>
            <a:gdLst/>
            <a:ahLst/>
            <a:cxnLst/>
            <a:rect l="l" t="t" r="r" b="b"/>
            <a:pathLst>
              <a:path w="10187730" h="6022191">
                <a:moveTo>
                  <a:pt x="0" y="0"/>
                </a:moveTo>
                <a:lnTo>
                  <a:pt x="10187731" y="0"/>
                </a:lnTo>
                <a:lnTo>
                  <a:pt x="10187731" y="6022191"/>
                </a:lnTo>
                <a:lnTo>
                  <a:pt x="0" y="60221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680323" y="6889861"/>
            <a:ext cx="3517297" cy="5291318"/>
          </a:xfrm>
          <a:custGeom>
            <a:avLst/>
            <a:gdLst/>
            <a:ahLst/>
            <a:cxnLst/>
            <a:rect l="l" t="t" r="r" b="b"/>
            <a:pathLst>
              <a:path w="3517297" h="5291318">
                <a:moveTo>
                  <a:pt x="0" y="0"/>
                </a:moveTo>
                <a:lnTo>
                  <a:pt x="3517297" y="0"/>
                </a:lnTo>
                <a:lnTo>
                  <a:pt x="3517297" y="5291319"/>
                </a:lnTo>
                <a:lnTo>
                  <a:pt x="0" y="52913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889132" y="7953937"/>
            <a:ext cx="10187730" cy="6022191"/>
          </a:xfrm>
          <a:custGeom>
            <a:avLst/>
            <a:gdLst/>
            <a:ahLst/>
            <a:cxnLst/>
            <a:rect l="l" t="t" r="r" b="b"/>
            <a:pathLst>
              <a:path w="10187730" h="6022191">
                <a:moveTo>
                  <a:pt x="0" y="0"/>
                </a:moveTo>
                <a:lnTo>
                  <a:pt x="10187731" y="0"/>
                </a:lnTo>
                <a:lnTo>
                  <a:pt x="10187731" y="6022191"/>
                </a:lnTo>
                <a:lnTo>
                  <a:pt x="0" y="60221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5451036" y="-76200"/>
            <a:ext cx="2913164" cy="3469624"/>
          </a:xfrm>
          <a:custGeom>
            <a:avLst/>
            <a:gdLst/>
            <a:ahLst/>
            <a:cxnLst/>
            <a:rect l="l" t="t" r="r" b="b"/>
            <a:pathLst>
              <a:path w="2913164" h="3469624">
                <a:moveTo>
                  <a:pt x="0" y="0"/>
                </a:moveTo>
                <a:lnTo>
                  <a:pt x="2913164" y="0"/>
                </a:lnTo>
                <a:lnTo>
                  <a:pt x="2913164" y="3469624"/>
                </a:lnTo>
                <a:lnTo>
                  <a:pt x="0" y="34696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6287786" y="5143500"/>
            <a:ext cx="6896100" cy="3533775"/>
          </a:xfrm>
          <a:custGeom>
            <a:avLst/>
            <a:gdLst/>
            <a:ahLst/>
            <a:cxnLst/>
            <a:rect l="l" t="t" r="r" b="b"/>
            <a:pathLst>
              <a:path w="6896100" h="3533775">
                <a:moveTo>
                  <a:pt x="0" y="0"/>
                </a:moveTo>
                <a:lnTo>
                  <a:pt x="6896100" y="0"/>
                </a:lnTo>
                <a:lnTo>
                  <a:pt x="6896100" y="3533775"/>
                </a:lnTo>
                <a:lnTo>
                  <a:pt x="0" y="3533775"/>
                </a:lnTo>
                <a:lnTo>
                  <a:pt x="0" y="0"/>
                </a:lnTo>
                <a:close/>
              </a:path>
            </a:pathLst>
          </a:custGeom>
          <a:blipFill>
            <a:blip r:embed="rId10"/>
            <a:stretch>
              <a:fillRect/>
            </a:stretch>
          </a:blipFill>
        </p:spPr>
      </p:sp>
      <p:grpSp>
        <p:nvGrpSpPr>
          <p:cNvPr id="7" name="Group 7"/>
          <p:cNvGrpSpPr>
            <a:grpSpLocks noChangeAspect="1"/>
          </p:cNvGrpSpPr>
          <p:nvPr/>
        </p:nvGrpSpPr>
        <p:grpSpPr>
          <a:xfrm>
            <a:off x="0" y="0"/>
            <a:ext cx="8319668" cy="4171112"/>
            <a:chOff x="0" y="0"/>
            <a:chExt cx="8319668" cy="4171112"/>
          </a:xfrm>
        </p:grpSpPr>
        <p:sp>
          <p:nvSpPr>
            <p:cNvPr id="8" name="Freeform 8"/>
            <p:cNvSpPr/>
            <p:nvPr/>
          </p:nvSpPr>
          <p:spPr>
            <a:xfrm>
              <a:off x="0" y="0"/>
              <a:ext cx="8319643" cy="4171061"/>
            </a:xfrm>
            <a:custGeom>
              <a:avLst/>
              <a:gdLst/>
              <a:ahLst/>
              <a:cxnLst/>
              <a:rect l="l" t="t" r="r" b="b"/>
              <a:pathLst>
                <a:path w="8319643" h="4171061">
                  <a:moveTo>
                    <a:pt x="0" y="0"/>
                  </a:moveTo>
                  <a:lnTo>
                    <a:pt x="0" y="4171061"/>
                  </a:lnTo>
                  <a:lnTo>
                    <a:pt x="8319643" y="4171061"/>
                  </a:lnTo>
                  <a:lnTo>
                    <a:pt x="8319643" y="0"/>
                  </a:lnTo>
                  <a:close/>
                </a:path>
              </a:pathLst>
            </a:custGeom>
            <a:solidFill>
              <a:srgbClr val="000000">
                <a:alpha val="0"/>
              </a:srgbClr>
            </a:solidFill>
          </p:spPr>
        </p:sp>
      </p:grpSp>
      <p:grpSp>
        <p:nvGrpSpPr>
          <p:cNvPr id="9" name="Group 9"/>
          <p:cNvGrpSpPr>
            <a:grpSpLocks noChangeAspect="1"/>
          </p:cNvGrpSpPr>
          <p:nvPr/>
        </p:nvGrpSpPr>
        <p:grpSpPr>
          <a:xfrm>
            <a:off x="-63503" y="6889861"/>
            <a:ext cx="3261817" cy="3460642"/>
            <a:chOff x="0" y="0"/>
            <a:chExt cx="3261817" cy="3460636"/>
          </a:xfrm>
        </p:grpSpPr>
        <p:sp>
          <p:nvSpPr>
            <p:cNvPr id="10" name="Freeform 10"/>
            <p:cNvSpPr/>
            <p:nvPr/>
          </p:nvSpPr>
          <p:spPr>
            <a:xfrm>
              <a:off x="627634" y="63500"/>
              <a:ext cx="2213991" cy="2842133"/>
            </a:xfrm>
            <a:custGeom>
              <a:avLst/>
              <a:gdLst/>
              <a:ahLst/>
              <a:cxnLst/>
              <a:rect l="l" t="t" r="r" b="b"/>
              <a:pathLst>
                <a:path w="2213991" h="2842133">
                  <a:moveTo>
                    <a:pt x="0" y="2842133"/>
                  </a:moveTo>
                  <a:lnTo>
                    <a:pt x="2213991" y="2842133"/>
                  </a:lnTo>
                  <a:lnTo>
                    <a:pt x="2213991" y="0"/>
                  </a:lnTo>
                  <a:lnTo>
                    <a:pt x="0" y="0"/>
                  </a:lnTo>
                  <a:close/>
                </a:path>
              </a:pathLst>
            </a:custGeom>
            <a:solidFill>
              <a:srgbClr val="000000">
                <a:alpha val="0"/>
              </a:srgbClr>
            </a:solidFill>
          </p:spPr>
        </p:sp>
        <p:sp>
          <p:nvSpPr>
            <p:cNvPr id="11" name="Freeform 11"/>
            <p:cNvSpPr/>
            <p:nvPr/>
          </p:nvSpPr>
          <p:spPr>
            <a:xfrm>
              <a:off x="63500" y="687832"/>
              <a:ext cx="3134868" cy="2709291"/>
            </a:xfrm>
            <a:custGeom>
              <a:avLst/>
              <a:gdLst/>
              <a:ahLst/>
              <a:cxnLst/>
              <a:rect l="l" t="t" r="r" b="b"/>
              <a:pathLst>
                <a:path w="3134868" h="2709291">
                  <a:moveTo>
                    <a:pt x="0" y="0"/>
                  </a:moveTo>
                  <a:lnTo>
                    <a:pt x="0" y="2709291"/>
                  </a:lnTo>
                  <a:lnTo>
                    <a:pt x="3134868" y="2709291"/>
                  </a:lnTo>
                  <a:lnTo>
                    <a:pt x="3134868" y="0"/>
                  </a:lnTo>
                  <a:close/>
                </a:path>
              </a:pathLst>
            </a:custGeom>
            <a:solidFill>
              <a:srgbClr val="000000">
                <a:alpha val="0"/>
              </a:srgbClr>
            </a:solidFill>
          </p:spPr>
        </p:sp>
      </p:grpSp>
      <p:grpSp>
        <p:nvGrpSpPr>
          <p:cNvPr id="12" name="Group 12"/>
          <p:cNvGrpSpPr>
            <a:grpSpLocks noChangeAspect="1"/>
          </p:cNvGrpSpPr>
          <p:nvPr/>
        </p:nvGrpSpPr>
        <p:grpSpPr>
          <a:xfrm>
            <a:off x="10190255" y="6337840"/>
            <a:ext cx="8097745" cy="3949160"/>
            <a:chOff x="0" y="0"/>
            <a:chExt cx="8097749" cy="3949167"/>
          </a:xfrm>
        </p:grpSpPr>
        <p:sp>
          <p:nvSpPr>
            <p:cNvPr id="13" name="Freeform 13"/>
            <p:cNvSpPr/>
            <p:nvPr/>
          </p:nvSpPr>
          <p:spPr>
            <a:xfrm>
              <a:off x="0" y="0"/>
              <a:ext cx="8097774" cy="3949192"/>
            </a:xfrm>
            <a:custGeom>
              <a:avLst/>
              <a:gdLst/>
              <a:ahLst/>
              <a:cxnLst/>
              <a:rect l="l" t="t" r="r" b="b"/>
              <a:pathLst>
                <a:path w="8097774" h="3949192">
                  <a:moveTo>
                    <a:pt x="0" y="0"/>
                  </a:moveTo>
                  <a:lnTo>
                    <a:pt x="0" y="3949192"/>
                  </a:lnTo>
                  <a:lnTo>
                    <a:pt x="8097774" y="3949192"/>
                  </a:lnTo>
                  <a:lnTo>
                    <a:pt x="8097774" y="0"/>
                  </a:lnTo>
                  <a:close/>
                </a:path>
              </a:pathLst>
            </a:custGeom>
            <a:solidFill>
              <a:srgbClr val="000000">
                <a:alpha val="0"/>
              </a:srgbClr>
            </a:solidFill>
          </p:spPr>
        </p:sp>
      </p:grpSp>
      <p:sp>
        <p:nvSpPr>
          <p:cNvPr id="14" name="TextBox 14"/>
          <p:cNvSpPr txBox="1"/>
          <p:nvPr/>
        </p:nvSpPr>
        <p:spPr>
          <a:xfrm>
            <a:off x="2919355" y="2033245"/>
            <a:ext cx="13907510" cy="2740314"/>
          </a:xfrm>
          <a:prstGeom prst="rect">
            <a:avLst/>
          </a:prstGeom>
        </p:spPr>
        <p:txBody>
          <a:bodyPr lIns="0" tIns="0" rIns="0" bIns="0" rtlCol="0" anchor="t">
            <a:spAutoFit/>
          </a:bodyPr>
          <a:lstStyle/>
          <a:p>
            <a:pPr algn="ctr">
              <a:lnSpc>
                <a:spcPts val="7200"/>
              </a:lnSpc>
            </a:pPr>
            <a:r>
              <a:rPr lang="en-US" sz="8063">
                <a:solidFill>
                  <a:srgbClr val="4D6259"/>
                </a:solidFill>
                <a:latin typeface="CAT Neuzeit"/>
                <a:ea typeface="CAT Neuzeit"/>
                <a:cs typeface="CAT Neuzeit"/>
                <a:sym typeface="CAT Neuzeit"/>
              </a:rPr>
              <a:t>ROOT MEAN SQUARED ERROR (RMSE)</a:t>
            </a:r>
          </a:p>
          <a:p>
            <a:pPr algn="ctr">
              <a:lnSpc>
                <a:spcPts val="8561"/>
              </a:lnSpc>
            </a:pPr>
            <a:r>
              <a:rPr lang="en-US" sz="3424">
                <a:solidFill>
                  <a:srgbClr val="4D6259"/>
                </a:solidFill>
                <a:latin typeface="Mukta Mahee"/>
                <a:ea typeface="Mukta Mahee"/>
                <a:cs typeface="Mukta Mahee"/>
                <a:sym typeface="Mukta Mahee"/>
              </a:rPr>
              <a:t>Square root of MSE - Brings the error back to original units.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EEE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03892" y="146047"/>
            <a:ext cx="4163101" cy="5956297"/>
            <a:chOff x="0" y="0"/>
            <a:chExt cx="4163098" cy="5956300"/>
          </a:xfrm>
        </p:grpSpPr>
        <p:sp>
          <p:nvSpPr>
            <p:cNvPr id="3" name="Freeform 3"/>
            <p:cNvSpPr/>
            <p:nvPr/>
          </p:nvSpPr>
          <p:spPr>
            <a:xfrm>
              <a:off x="63500" y="82550"/>
              <a:ext cx="4036060" cy="5791200"/>
            </a:xfrm>
            <a:custGeom>
              <a:avLst/>
              <a:gdLst/>
              <a:ahLst/>
              <a:cxnLst/>
              <a:rect l="l" t="t" r="r" b="b"/>
              <a:pathLst>
                <a:path w="4036060" h="5791200">
                  <a:moveTo>
                    <a:pt x="19050" y="19050"/>
                  </a:moveTo>
                  <a:lnTo>
                    <a:pt x="19050" y="5772150"/>
                  </a:lnTo>
                  <a:moveTo>
                    <a:pt x="1946656" y="19050"/>
                  </a:moveTo>
                  <a:lnTo>
                    <a:pt x="1946656" y="5772150"/>
                  </a:lnTo>
                  <a:moveTo>
                    <a:pt x="4017010" y="19050"/>
                  </a:moveTo>
                  <a:lnTo>
                    <a:pt x="4017010" y="5772150"/>
                  </a:lnTo>
                  <a:moveTo>
                    <a:pt x="0" y="0"/>
                  </a:moveTo>
                  <a:lnTo>
                    <a:pt x="4036060" y="0"/>
                  </a:lnTo>
                  <a:moveTo>
                    <a:pt x="0" y="1314450"/>
                  </a:moveTo>
                  <a:lnTo>
                    <a:pt x="4036060" y="1314450"/>
                  </a:lnTo>
                  <a:moveTo>
                    <a:pt x="0" y="2209800"/>
                  </a:moveTo>
                  <a:lnTo>
                    <a:pt x="4036060" y="2209800"/>
                  </a:lnTo>
                  <a:moveTo>
                    <a:pt x="0" y="3105150"/>
                  </a:moveTo>
                  <a:lnTo>
                    <a:pt x="4036060" y="3105150"/>
                  </a:lnTo>
                  <a:moveTo>
                    <a:pt x="0" y="4000500"/>
                  </a:moveTo>
                  <a:lnTo>
                    <a:pt x="4036060" y="4000500"/>
                  </a:lnTo>
                  <a:moveTo>
                    <a:pt x="0" y="4895850"/>
                  </a:moveTo>
                  <a:lnTo>
                    <a:pt x="4036060" y="4895850"/>
                  </a:lnTo>
                  <a:moveTo>
                    <a:pt x="0" y="5791200"/>
                  </a:moveTo>
                  <a:lnTo>
                    <a:pt x="4036060" y="5791200"/>
                  </a:lnTo>
                </a:path>
              </a:pathLst>
            </a:custGeom>
            <a:solidFill>
              <a:srgbClr val="000000"/>
            </a:solidFill>
          </p:spPr>
        </p:sp>
        <p:sp>
          <p:nvSpPr>
            <p:cNvPr id="4" name="Freeform 4"/>
            <p:cNvSpPr/>
            <p:nvPr/>
          </p:nvSpPr>
          <p:spPr>
            <a:xfrm>
              <a:off x="63500" y="63500"/>
              <a:ext cx="4036060" cy="5829300"/>
            </a:xfrm>
            <a:custGeom>
              <a:avLst/>
              <a:gdLst/>
              <a:ahLst/>
              <a:cxnLst/>
              <a:rect l="l" t="t" r="r" b="b"/>
              <a:pathLst>
                <a:path w="4036060" h="5829300">
                  <a:moveTo>
                    <a:pt x="38100" y="38100"/>
                  </a:moveTo>
                  <a:lnTo>
                    <a:pt x="38100" y="5791200"/>
                  </a:lnTo>
                  <a:lnTo>
                    <a:pt x="0" y="5791200"/>
                  </a:lnTo>
                  <a:lnTo>
                    <a:pt x="0" y="38100"/>
                  </a:lnTo>
                  <a:close/>
                  <a:moveTo>
                    <a:pt x="1965706" y="38100"/>
                  </a:moveTo>
                  <a:lnTo>
                    <a:pt x="1965706" y="5791200"/>
                  </a:lnTo>
                  <a:lnTo>
                    <a:pt x="1927606" y="5791200"/>
                  </a:lnTo>
                  <a:lnTo>
                    <a:pt x="1927606" y="38100"/>
                  </a:lnTo>
                  <a:close/>
                  <a:moveTo>
                    <a:pt x="4036060" y="38100"/>
                  </a:moveTo>
                  <a:lnTo>
                    <a:pt x="4036060" y="5791200"/>
                  </a:lnTo>
                  <a:lnTo>
                    <a:pt x="3997960" y="5791200"/>
                  </a:lnTo>
                  <a:lnTo>
                    <a:pt x="3997960" y="38100"/>
                  </a:lnTo>
                  <a:close/>
                  <a:moveTo>
                    <a:pt x="0" y="0"/>
                  </a:moveTo>
                  <a:lnTo>
                    <a:pt x="4036060" y="0"/>
                  </a:lnTo>
                  <a:lnTo>
                    <a:pt x="4036060" y="38100"/>
                  </a:lnTo>
                  <a:lnTo>
                    <a:pt x="0" y="38100"/>
                  </a:lnTo>
                  <a:close/>
                  <a:moveTo>
                    <a:pt x="0" y="1314450"/>
                  </a:moveTo>
                  <a:lnTo>
                    <a:pt x="4036060" y="1314450"/>
                  </a:lnTo>
                  <a:lnTo>
                    <a:pt x="4036060" y="1352550"/>
                  </a:lnTo>
                  <a:lnTo>
                    <a:pt x="0" y="1352550"/>
                  </a:lnTo>
                  <a:close/>
                  <a:moveTo>
                    <a:pt x="0" y="2209800"/>
                  </a:moveTo>
                  <a:lnTo>
                    <a:pt x="4036060" y="2209800"/>
                  </a:lnTo>
                  <a:lnTo>
                    <a:pt x="4036060" y="2247900"/>
                  </a:lnTo>
                  <a:lnTo>
                    <a:pt x="0" y="2247900"/>
                  </a:lnTo>
                  <a:close/>
                  <a:moveTo>
                    <a:pt x="0" y="3105150"/>
                  </a:moveTo>
                  <a:lnTo>
                    <a:pt x="4036060" y="3105150"/>
                  </a:lnTo>
                  <a:lnTo>
                    <a:pt x="4036060" y="3143250"/>
                  </a:lnTo>
                  <a:lnTo>
                    <a:pt x="0" y="3143250"/>
                  </a:lnTo>
                  <a:close/>
                  <a:moveTo>
                    <a:pt x="0" y="4000500"/>
                  </a:moveTo>
                  <a:lnTo>
                    <a:pt x="4036060" y="4000500"/>
                  </a:lnTo>
                  <a:lnTo>
                    <a:pt x="4036060" y="4038600"/>
                  </a:lnTo>
                  <a:lnTo>
                    <a:pt x="0" y="4038600"/>
                  </a:lnTo>
                  <a:close/>
                  <a:moveTo>
                    <a:pt x="0" y="4895850"/>
                  </a:moveTo>
                  <a:lnTo>
                    <a:pt x="4036060" y="4895850"/>
                  </a:lnTo>
                  <a:lnTo>
                    <a:pt x="4036060" y="4933950"/>
                  </a:lnTo>
                  <a:lnTo>
                    <a:pt x="0" y="4933950"/>
                  </a:lnTo>
                  <a:close/>
                  <a:moveTo>
                    <a:pt x="0" y="5791200"/>
                  </a:moveTo>
                  <a:lnTo>
                    <a:pt x="4036060" y="5791200"/>
                  </a:lnTo>
                  <a:lnTo>
                    <a:pt x="4036060" y="5829300"/>
                  </a:lnTo>
                  <a:lnTo>
                    <a:pt x="0" y="5829300"/>
                  </a:lnTo>
                  <a:close/>
                </a:path>
              </a:pathLst>
            </a:custGeom>
            <a:solidFill>
              <a:srgbClr val="000000"/>
            </a:solidFill>
          </p:spPr>
        </p:sp>
      </p:grpSp>
      <p:grpSp>
        <p:nvGrpSpPr>
          <p:cNvPr id="5" name="Group 5"/>
          <p:cNvGrpSpPr>
            <a:grpSpLocks noChangeAspect="1"/>
          </p:cNvGrpSpPr>
          <p:nvPr/>
        </p:nvGrpSpPr>
        <p:grpSpPr>
          <a:xfrm>
            <a:off x="-26222" y="6889861"/>
            <a:ext cx="2299030" cy="2963247"/>
            <a:chOff x="0" y="0"/>
            <a:chExt cx="2299030" cy="2963253"/>
          </a:xfrm>
        </p:grpSpPr>
        <p:sp>
          <p:nvSpPr>
            <p:cNvPr id="6" name="Freeform 6"/>
            <p:cNvSpPr/>
            <p:nvPr/>
          </p:nvSpPr>
          <p:spPr>
            <a:xfrm>
              <a:off x="123698" y="2027174"/>
              <a:ext cx="804418" cy="804926"/>
            </a:xfrm>
            <a:custGeom>
              <a:avLst/>
              <a:gdLst/>
              <a:ahLst/>
              <a:cxnLst/>
              <a:rect l="l" t="t" r="r" b="b"/>
              <a:pathLst>
                <a:path w="804418" h="804926">
                  <a:moveTo>
                    <a:pt x="402336" y="804926"/>
                  </a:moveTo>
                  <a:cubicBezTo>
                    <a:pt x="394716" y="804926"/>
                    <a:pt x="386969" y="804672"/>
                    <a:pt x="379349" y="804291"/>
                  </a:cubicBezTo>
                  <a:cubicBezTo>
                    <a:pt x="371729" y="803910"/>
                    <a:pt x="363982" y="803148"/>
                    <a:pt x="356362" y="802259"/>
                  </a:cubicBezTo>
                  <a:cubicBezTo>
                    <a:pt x="348742" y="801370"/>
                    <a:pt x="341122" y="800227"/>
                    <a:pt x="333502" y="798957"/>
                  </a:cubicBezTo>
                  <a:cubicBezTo>
                    <a:pt x="325882" y="797687"/>
                    <a:pt x="318389" y="796163"/>
                    <a:pt x="310896" y="794385"/>
                  </a:cubicBezTo>
                  <a:cubicBezTo>
                    <a:pt x="303403" y="792607"/>
                    <a:pt x="296037" y="790702"/>
                    <a:pt x="288671" y="788543"/>
                  </a:cubicBezTo>
                  <a:cubicBezTo>
                    <a:pt x="281305" y="786384"/>
                    <a:pt x="274066" y="783971"/>
                    <a:pt x="266827" y="781431"/>
                  </a:cubicBezTo>
                  <a:cubicBezTo>
                    <a:pt x="259588" y="778891"/>
                    <a:pt x="252476" y="776097"/>
                    <a:pt x="245364" y="773049"/>
                  </a:cubicBezTo>
                  <a:cubicBezTo>
                    <a:pt x="238252" y="770001"/>
                    <a:pt x="231267" y="766826"/>
                    <a:pt x="224409" y="763397"/>
                  </a:cubicBezTo>
                  <a:cubicBezTo>
                    <a:pt x="217551" y="759968"/>
                    <a:pt x="210693" y="756412"/>
                    <a:pt x="204089" y="752602"/>
                  </a:cubicBezTo>
                  <a:cubicBezTo>
                    <a:pt x="197485" y="748792"/>
                    <a:pt x="190881" y="744855"/>
                    <a:pt x="184404" y="740664"/>
                  </a:cubicBezTo>
                  <a:cubicBezTo>
                    <a:pt x="177927" y="736473"/>
                    <a:pt x="171577" y="732155"/>
                    <a:pt x="165354" y="727583"/>
                  </a:cubicBezTo>
                  <a:cubicBezTo>
                    <a:pt x="159131" y="723011"/>
                    <a:pt x="153035" y="718312"/>
                    <a:pt x="147193" y="713486"/>
                  </a:cubicBezTo>
                  <a:cubicBezTo>
                    <a:pt x="141351" y="708660"/>
                    <a:pt x="135509" y="703580"/>
                    <a:pt x="129794" y="698373"/>
                  </a:cubicBezTo>
                  <a:cubicBezTo>
                    <a:pt x="124079" y="693166"/>
                    <a:pt x="118618" y="687832"/>
                    <a:pt x="113284" y="682244"/>
                  </a:cubicBezTo>
                  <a:cubicBezTo>
                    <a:pt x="107950" y="676656"/>
                    <a:pt x="102743" y="671068"/>
                    <a:pt x="97790" y="665226"/>
                  </a:cubicBezTo>
                  <a:cubicBezTo>
                    <a:pt x="92837" y="659384"/>
                    <a:pt x="87884" y="653415"/>
                    <a:pt x="83312" y="647319"/>
                  </a:cubicBezTo>
                  <a:cubicBezTo>
                    <a:pt x="78740" y="641223"/>
                    <a:pt x="74168" y="635000"/>
                    <a:pt x="69850" y="628650"/>
                  </a:cubicBezTo>
                  <a:cubicBezTo>
                    <a:pt x="65532" y="622300"/>
                    <a:pt x="61341" y="615823"/>
                    <a:pt x="57404" y="609219"/>
                  </a:cubicBezTo>
                  <a:cubicBezTo>
                    <a:pt x="53467" y="602615"/>
                    <a:pt x="49657" y="595884"/>
                    <a:pt x="46101" y="589153"/>
                  </a:cubicBezTo>
                  <a:cubicBezTo>
                    <a:pt x="42545" y="582422"/>
                    <a:pt x="39116" y="575437"/>
                    <a:pt x="35941" y="568452"/>
                  </a:cubicBezTo>
                  <a:cubicBezTo>
                    <a:pt x="32766" y="561467"/>
                    <a:pt x="29845" y="554355"/>
                    <a:pt x="27051" y="547243"/>
                  </a:cubicBezTo>
                  <a:cubicBezTo>
                    <a:pt x="24257" y="540131"/>
                    <a:pt x="21717" y="532892"/>
                    <a:pt x="19431" y="525526"/>
                  </a:cubicBezTo>
                  <a:cubicBezTo>
                    <a:pt x="17145" y="518160"/>
                    <a:pt x="14986" y="510794"/>
                    <a:pt x="12954" y="503428"/>
                  </a:cubicBezTo>
                  <a:cubicBezTo>
                    <a:pt x="10922" y="496062"/>
                    <a:pt x="9271" y="488569"/>
                    <a:pt x="7874" y="480948"/>
                  </a:cubicBezTo>
                  <a:cubicBezTo>
                    <a:pt x="6477" y="473328"/>
                    <a:pt x="5080" y="465835"/>
                    <a:pt x="4064" y="458216"/>
                  </a:cubicBezTo>
                  <a:cubicBezTo>
                    <a:pt x="3048" y="450596"/>
                    <a:pt x="2159" y="442976"/>
                    <a:pt x="1524" y="435356"/>
                  </a:cubicBezTo>
                  <a:cubicBezTo>
                    <a:pt x="889" y="427735"/>
                    <a:pt x="508" y="419988"/>
                    <a:pt x="254" y="412369"/>
                  </a:cubicBezTo>
                  <a:cubicBezTo>
                    <a:pt x="0" y="404749"/>
                    <a:pt x="127" y="397001"/>
                    <a:pt x="381" y="389382"/>
                  </a:cubicBezTo>
                  <a:cubicBezTo>
                    <a:pt x="635" y="381762"/>
                    <a:pt x="1143" y="374015"/>
                    <a:pt x="1778" y="366395"/>
                  </a:cubicBezTo>
                  <a:cubicBezTo>
                    <a:pt x="2413" y="358775"/>
                    <a:pt x="3429" y="351155"/>
                    <a:pt x="4445" y="343535"/>
                  </a:cubicBezTo>
                  <a:cubicBezTo>
                    <a:pt x="5461" y="335915"/>
                    <a:pt x="6858" y="328422"/>
                    <a:pt x="8509" y="320802"/>
                  </a:cubicBezTo>
                  <a:cubicBezTo>
                    <a:pt x="10160" y="313182"/>
                    <a:pt x="11811" y="305816"/>
                    <a:pt x="13843" y="298450"/>
                  </a:cubicBezTo>
                  <a:cubicBezTo>
                    <a:pt x="15875" y="291084"/>
                    <a:pt x="18034" y="283718"/>
                    <a:pt x="20447" y="276352"/>
                  </a:cubicBezTo>
                  <a:cubicBezTo>
                    <a:pt x="22860" y="268986"/>
                    <a:pt x="25527" y="261874"/>
                    <a:pt x="28321" y="254635"/>
                  </a:cubicBezTo>
                  <a:cubicBezTo>
                    <a:pt x="31115" y="247395"/>
                    <a:pt x="34163" y="240411"/>
                    <a:pt x="37338" y="233426"/>
                  </a:cubicBezTo>
                  <a:cubicBezTo>
                    <a:pt x="40513" y="226441"/>
                    <a:pt x="43942" y="219583"/>
                    <a:pt x="47625" y="212852"/>
                  </a:cubicBezTo>
                  <a:cubicBezTo>
                    <a:pt x="51308" y="206121"/>
                    <a:pt x="55118" y="199390"/>
                    <a:pt x="59055" y="192913"/>
                  </a:cubicBezTo>
                  <a:cubicBezTo>
                    <a:pt x="62992" y="186435"/>
                    <a:pt x="67183" y="179959"/>
                    <a:pt x="71628" y="173609"/>
                  </a:cubicBezTo>
                  <a:cubicBezTo>
                    <a:pt x="76073" y="167259"/>
                    <a:pt x="80518" y="161163"/>
                    <a:pt x="85217" y="155066"/>
                  </a:cubicBezTo>
                  <a:cubicBezTo>
                    <a:pt x="89916" y="148970"/>
                    <a:pt x="94869" y="143128"/>
                    <a:pt x="99949" y="137287"/>
                  </a:cubicBezTo>
                  <a:cubicBezTo>
                    <a:pt x="105029" y="131445"/>
                    <a:pt x="110236" y="125857"/>
                    <a:pt x="115570" y="120395"/>
                  </a:cubicBezTo>
                  <a:cubicBezTo>
                    <a:pt x="120904" y="114934"/>
                    <a:pt x="126492" y="109600"/>
                    <a:pt x="132207" y="104394"/>
                  </a:cubicBezTo>
                  <a:cubicBezTo>
                    <a:pt x="137922" y="99187"/>
                    <a:pt x="143764" y="94234"/>
                    <a:pt x="149733" y="89408"/>
                  </a:cubicBezTo>
                  <a:cubicBezTo>
                    <a:pt x="155702" y="84582"/>
                    <a:pt x="161798" y="79883"/>
                    <a:pt x="168021" y="75438"/>
                  </a:cubicBezTo>
                  <a:cubicBezTo>
                    <a:pt x="174244" y="70993"/>
                    <a:pt x="180594" y="66675"/>
                    <a:pt x="187071" y="62611"/>
                  </a:cubicBezTo>
                  <a:cubicBezTo>
                    <a:pt x="193548" y="58547"/>
                    <a:pt x="200152" y="54610"/>
                    <a:pt x="206883" y="50800"/>
                  </a:cubicBezTo>
                  <a:cubicBezTo>
                    <a:pt x="213614" y="46990"/>
                    <a:pt x="220472" y="43561"/>
                    <a:pt x="227330" y="40132"/>
                  </a:cubicBezTo>
                  <a:cubicBezTo>
                    <a:pt x="234188" y="36703"/>
                    <a:pt x="241300" y="33655"/>
                    <a:pt x="248285" y="30734"/>
                  </a:cubicBezTo>
                  <a:cubicBezTo>
                    <a:pt x="255270" y="27813"/>
                    <a:pt x="262509" y="25019"/>
                    <a:pt x="269748" y="22479"/>
                  </a:cubicBezTo>
                  <a:cubicBezTo>
                    <a:pt x="276987" y="19939"/>
                    <a:pt x="284353" y="17653"/>
                    <a:pt x="291719" y="15494"/>
                  </a:cubicBezTo>
                  <a:cubicBezTo>
                    <a:pt x="299085" y="13335"/>
                    <a:pt x="306578" y="11430"/>
                    <a:pt x="314071" y="9779"/>
                  </a:cubicBezTo>
                  <a:cubicBezTo>
                    <a:pt x="321564" y="8128"/>
                    <a:pt x="329057" y="6604"/>
                    <a:pt x="336677" y="5334"/>
                  </a:cubicBezTo>
                  <a:cubicBezTo>
                    <a:pt x="344297" y="4064"/>
                    <a:pt x="351917" y="3048"/>
                    <a:pt x="359537" y="2286"/>
                  </a:cubicBezTo>
                  <a:cubicBezTo>
                    <a:pt x="367157" y="1523"/>
                    <a:pt x="374777" y="889"/>
                    <a:pt x="382524" y="508"/>
                  </a:cubicBezTo>
                  <a:cubicBezTo>
                    <a:pt x="390271" y="127"/>
                    <a:pt x="397891" y="0"/>
                    <a:pt x="405511" y="0"/>
                  </a:cubicBezTo>
                  <a:cubicBezTo>
                    <a:pt x="413131" y="0"/>
                    <a:pt x="420878" y="381"/>
                    <a:pt x="428498" y="889"/>
                  </a:cubicBezTo>
                  <a:cubicBezTo>
                    <a:pt x="436118" y="1397"/>
                    <a:pt x="443865" y="2159"/>
                    <a:pt x="451485" y="3048"/>
                  </a:cubicBezTo>
                  <a:cubicBezTo>
                    <a:pt x="459105" y="3937"/>
                    <a:pt x="466725" y="5207"/>
                    <a:pt x="474218" y="6477"/>
                  </a:cubicBezTo>
                  <a:cubicBezTo>
                    <a:pt x="481711" y="7747"/>
                    <a:pt x="489331" y="9398"/>
                    <a:pt x="496697" y="11303"/>
                  </a:cubicBezTo>
                  <a:cubicBezTo>
                    <a:pt x="504063" y="13208"/>
                    <a:pt x="511556" y="15113"/>
                    <a:pt x="518922" y="17399"/>
                  </a:cubicBezTo>
                  <a:cubicBezTo>
                    <a:pt x="526288" y="19685"/>
                    <a:pt x="533527" y="22098"/>
                    <a:pt x="540766" y="24765"/>
                  </a:cubicBezTo>
                  <a:cubicBezTo>
                    <a:pt x="548005" y="27432"/>
                    <a:pt x="555117" y="30226"/>
                    <a:pt x="562102" y="33274"/>
                  </a:cubicBezTo>
                  <a:cubicBezTo>
                    <a:pt x="569087" y="36322"/>
                    <a:pt x="576072" y="39624"/>
                    <a:pt x="582930" y="43053"/>
                  </a:cubicBezTo>
                  <a:cubicBezTo>
                    <a:pt x="589788" y="46482"/>
                    <a:pt x="596519" y="50165"/>
                    <a:pt x="603250" y="53975"/>
                  </a:cubicBezTo>
                  <a:cubicBezTo>
                    <a:pt x="609981" y="57785"/>
                    <a:pt x="616458" y="61849"/>
                    <a:pt x="622808" y="66040"/>
                  </a:cubicBezTo>
                  <a:cubicBezTo>
                    <a:pt x="629158" y="70231"/>
                    <a:pt x="635508" y="74676"/>
                    <a:pt x="641731" y="79248"/>
                  </a:cubicBezTo>
                  <a:cubicBezTo>
                    <a:pt x="647954" y="83820"/>
                    <a:pt x="653923" y="88519"/>
                    <a:pt x="659892" y="93472"/>
                  </a:cubicBezTo>
                  <a:cubicBezTo>
                    <a:pt x="665861" y="98425"/>
                    <a:pt x="671576" y="103505"/>
                    <a:pt x="677164" y="108712"/>
                  </a:cubicBezTo>
                  <a:cubicBezTo>
                    <a:pt x="682752" y="113919"/>
                    <a:pt x="688213" y="119380"/>
                    <a:pt x="693547" y="124968"/>
                  </a:cubicBezTo>
                  <a:cubicBezTo>
                    <a:pt x="698881" y="130556"/>
                    <a:pt x="703961" y="136271"/>
                    <a:pt x="708914" y="142113"/>
                  </a:cubicBezTo>
                  <a:cubicBezTo>
                    <a:pt x="713867" y="147955"/>
                    <a:pt x="718693" y="153924"/>
                    <a:pt x="723265" y="160147"/>
                  </a:cubicBezTo>
                  <a:cubicBezTo>
                    <a:pt x="727837" y="166370"/>
                    <a:pt x="732282" y="172593"/>
                    <a:pt x="736600" y="178943"/>
                  </a:cubicBezTo>
                  <a:cubicBezTo>
                    <a:pt x="740918" y="185293"/>
                    <a:pt x="744982" y="191770"/>
                    <a:pt x="748792" y="198501"/>
                  </a:cubicBezTo>
                  <a:cubicBezTo>
                    <a:pt x="752602" y="205232"/>
                    <a:pt x="756412" y="211836"/>
                    <a:pt x="759841" y="218694"/>
                  </a:cubicBezTo>
                  <a:cubicBezTo>
                    <a:pt x="763270" y="225551"/>
                    <a:pt x="766699" y="232410"/>
                    <a:pt x="769747" y="239522"/>
                  </a:cubicBezTo>
                  <a:cubicBezTo>
                    <a:pt x="772795" y="246634"/>
                    <a:pt x="775716" y="253619"/>
                    <a:pt x="778510" y="260857"/>
                  </a:cubicBezTo>
                  <a:cubicBezTo>
                    <a:pt x="781304" y="268096"/>
                    <a:pt x="783717" y="275335"/>
                    <a:pt x="786003" y="282575"/>
                  </a:cubicBezTo>
                  <a:cubicBezTo>
                    <a:pt x="788289" y="289814"/>
                    <a:pt x="790321" y="297307"/>
                    <a:pt x="792226" y="304800"/>
                  </a:cubicBezTo>
                  <a:cubicBezTo>
                    <a:pt x="794131" y="312293"/>
                    <a:pt x="795782" y="319785"/>
                    <a:pt x="797179" y="327279"/>
                  </a:cubicBezTo>
                  <a:cubicBezTo>
                    <a:pt x="798576" y="334772"/>
                    <a:pt x="799846" y="342392"/>
                    <a:pt x="800862" y="350012"/>
                  </a:cubicBezTo>
                  <a:cubicBezTo>
                    <a:pt x="801878" y="357631"/>
                    <a:pt x="802640" y="365251"/>
                    <a:pt x="803275" y="372872"/>
                  </a:cubicBezTo>
                  <a:cubicBezTo>
                    <a:pt x="803910" y="380492"/>
                    <a:pt x="804164" y="388239"/>
                    <a:pt x="804291" y="395859"/>
                  </a:cubicBezTo>
                  <a:cubicBezTo>
                    <a:pt x="804418" y="403478"/>
                    <a:pt x="804291" y="411226"/>
                    <a:pt x="804037" y="418845"/>
                  </a:cubicBezTo>
                  <a:cubicBezTo>
                    <a:pt x="803783" y="426465"/>
                    <a:pt x="803148" y="434213"/>
                    <a:pt x="802386" y="441832"/>
                  </a:cubicBezTo>
                  <a:cubicBezTo>
                    <a:pt x="801624" y="449452"/>
                    <a:pt x="800608" y="457072"/>
                    <a:pt x="799465" y="464693"/>
                  </a:cubicBezTo>
                  <a:cubicBezTo>
                    <a:pt x="798322" y="472313"/>
                    <a:pt x="796925" y="479806"/>
                    <a:pt x="795274" y="487298"/>
                  </a:cubicBezTo>
                  <a:cubicBezTo>
                    <a:pt x="793623" y="494791"/>
                    <a:pt x="791845" y="502284"/>
                    <a:pt x="789813" y="509650"/>
                  </a:cubicBezTo>
                  <a:cubicBezTo>
                    <a:pt x="787781" y="517016"/>
                    <a:pt x="785495" y="524382"/>
                    <a:pt x="783082" y="531621"/>
                  </a:cubicBezTo>
                  <a:cubicBezTo>
                    <a:pt x="780669" y="538860"/>
                    <a:pt x="777875" y="546099"/>
                    <a:pt x="775081" y="553211"/>
                  </a:cubicBezTo>
                  <a:cubicBezTo>
                    <a:pt x="772287" y="560323"/>
                    <a:pt x="769112" y="567308"/>
                    <a:pt x="765810" y="574293"/>
                  </a:cubicBezTo>
                  <a:cubicBezTo>
                    <a:pt x="762508" y="581278"/>
                    <a:pt x="759079" y="588136"/>
                    <a:pt x="755396" y="594867"/>
                  </a:cubicBezTo>
                  <a:cubicBezTo>
                    <a:pt x="751713" y="601598"/>
                    <a:pt x="747903" y="608202"/>
                    <a:pt x="743839" y="614806"/>
                  </a:cubicBezTo>
                  <a:cubicBezTo>
                    <a:pt x="739775" y="621410"/>
                    <a:pt x="735584" y="627760"/>
                    <a:pt x="731139" y="633983"/>
                  </a:cubicBezTo>
                  <a:cubicBezTo>
                    <a:pt x="726694" y="640206"/>
                    <a:pt x="722122" y="646429"/>
                    <a:pt x="717296" y="652398"/>
                  </a:cubicBezTo>
                  <a:cubicBezTo>
                    <a:pt x="712470" y="658367"/>
                    <a:pt x="707517" y="664336"/>
                    <a:pt x="702437" y="670051"/>
                  </a:cubicBezTo>
                  <a:cubicBezTo>
                    <a:pt x="697357" y="675766"/>
                    <a:pt x="692023" y="681354"/>
                    <a:pt x="686562" y="686815"/>
                  </a:cubicBezTo>
                  <a:cubicBezTo>
                    <a:pt x="667893" y="705611"/>
                    <a:pt x="647700" y="722248"/>
                    <a:pt x="625729" y="736980"/>
                  </a:cubicBezTo>
                  <a:cubicBezTo>
                    <a:pt x="603758" y="751712"/>
                    <a:pt x="580644" y="764158"/>
                    <a:pt x="556133" y="774191"/>
                  </a:cubicBezTo>
                  <a:cubicBezTo>
                    <a:pt x="531622" y="784224"/>
                    <a:pt x="506603" y="791971"/>
                    <a:pt x="480695" y="797051"/>
                  </a:cubicBezTo>
                  <a:cubicBezTo>
                    <a:pt x="454787" y="802131"/>
                    <a:pt x="428625" y="804671"/>
                    <a:pt x="402209" y="804671"/>
                  </a:cubicBezTo>
                  <a:close/>
                  <a:moveTo>
                    <a:pt x="402336" y="12319"/>
                  </a:moveTo>
                  <a:cubicBezTo>
                    <a:pt x="187071" y="12319"/>
                    <a:pt x="11938" y="187452"/>
                    <a:pt x="11938" y="402717"/>
                  </a:cubicBezTo>
                  <a:cubicBezTo>
                    <a:pt x="11938" y="617982"/>
                    <a:pt x="187071" y="793115"/>
                    <a:pt x="402336" y="793115"/>
                  </a:cubicBezTo>
                  <a:cubicBezTo>
                    <a:pt x="617601" y="793115"/>
                    <a:pt x="792734" y="617982"/>
                    <a:pt x="792734" y="402717"/>
                  </a:cubicBezTo>
                  <a:cubicBezTo>
                    <a:pt x="792734" y="187452"/>
                    <a:pt x="617601" y="12319"/>
                    <a:pt x="402336" y="12319"/>
                  </a:cubicBezTo>
                  <a:lnTo>
                    <a:pt x="402336" y="12319"/>
                  </a:lnTo>
                  <a:close/>
                </a:path>
              </a:pathLst>
            </a:custGeom>
            <a:solidFill>
              <a:srgbClr val="879282"/>
            </a:solidFill>
          </p:spPr>
        </p:sp>
        <p:sp>
          <p:nvSpPr>
            <p:cNvPr id="7" name="Freeform 7"/>
            <p:cNvSpPr/>
            <p:nvPr/>
          </p:nvSpPr>
          <p:spPr>
            <a:xfrm>
              <a:off x="641731" y="2149221"/>
              <a:ext cx="561340" cy="561340"/>
            </a:xfrm>
            <a:custGeom>
              <a:avLst/>
              <a:gdLst/>
              <a:ahLst/>
              <a:cxnLst/>
              <a:rect l="l" t="t" r="r" b="b"/>
              <a:pathLst>
                <a:path w="561340" h="561340">
                  <a:moveTo>
                    <a:pt x="280670" y="561340"/>
                  </a:moveTo>
                  <a:cubicBezTo>
                    <a:pt x="125984" y="561340"/>
                    <a:pt x="0" y="435483"/>
                    <a:pt x="0" y="280670"/>
                  </a:cubicBezTo>
                  <a:cubicBezTo>
                    <a:pt x="0" y="125857"/>
                    <a:pt x="125857" y="0"/>
                    <a:pt x="280670" y="0"/>
                  </a:cubicBezTo>
                  <a:cubicBezTo>
                    <a:pt x="435483" y="0"/>
                    <a:pt x="561340" y="125857"/>
                    <a:pt x="561340" y="280670"/>
                  </a:cubicBezTo>
                  <a:cubicBezTo>
                    <a:pt x="561340" y="435483"/>
                    <a:pt x="435483" y="561340"/>
                    <a:pt x="280670" y="561340"/>
                  </a:cubicBezTo>
                  <a:close/>
                  <a:moveTo>
                    <a:pt x="280670" y="8255"/>
                  </a:moveTo>
                  <a:cubicBezTo>
                    <a:pt x="130429" y="8255"/>
                    <a:pt x="8255" y="130429"/>
                    <a:pt x="8255" y="280670"/>
                  </a:cubicBezTo>
                  <a:cubicBezTo>
                    <a:pt x="8255" y="430911"/>
                    <a:pt x="130429" y="553085"/>
                    <a:pt x="280670" y="553085"/>
                  </a:cubicBezTo>
                  <a:cubicBezTo>
                    <a:pt x="430911" y="553085"/>
                    <a:pt x="553085" y="430911"/>
                    <a:pt x="553085" y="280670"/>
                  </a:cubicBezTo>
                  <a:cubicBezTo>
                    <a:pt x="553085" y="130429"/>
                    <a:pt x="430911" y="8382"/>
                    <a:pt x="280670" y="8382"/>
                  </a:cubicBezTo>
                  <a:lnTo>
                    <a:pt x="280670" y="8382"/>
                  </a:lnTo>
                  <a:close/>
                </a:path>
              </a:pathLst>
            </a:custGeom>
            <a:solidFill>
              <a:srgbClr val="879282"/>
            </a:solidFill>
          </p:spPr>
        </p:sp>
        <p:sp>
          <p:nvSpPr>
            <p:cNvPr id="8" name="Freeform 8"/>
            <p:cNvSpPr/>
            <p:nvPr/>
          </p:nvSpPr>
          <p:spPr>
            <a:xfrm>
              <a:off x="540893" y="2456815"/>
              <a:ext cx="1694688" cy="12954"/>
            </a:xfrm>
            <a:custGeom>
              <a:avLst/>
              <a:gdLst/>
              <a:ahLst/>
              <a:cxnLst/>
              <a:rect l="l" t="t" r="r" b="b"/>
              <a:pathLst>
                <a:path w="1694688" h="12954">
                  <a:moveTo>
                    <a:pt x="0" y="6350"/>
                  </a:moveTo>
                  <a:cubicBezTo>
                    <a:pt x="141224" y="3683"/>
                    <a:pt x="282448" y="2286"/>
                    <a:pt x="423672" y="1397"/>
                  </a:cubicBezTo>
                  <a:cubicBezTo>
                    <a:pt x="494284" y="762"/>
                    <a:pt x="564896" y="635"/>
                    <a:pt x="635508" y="381"/>
                  </a:cubicBezTo>
                  <a:lnTo>
                    <a:pt x="847344" y="0"/>
                  </a:lnTo>
                  <a:lnTo>
                    <a:pt x="1059180" y="381"/>
                  </a:lnTo>
                  <a:lnTo>
                    <a:pt x="1165098" y="889"/>
                  </a:lnTo>
                  <a:lnTo>
                    <a:pt x="1218057" y="1143"/>
                  </a:lnTo>
                  <a:lnTo>
                    <a:pt x="1271016" y="1524"/>
                  </a:lnTo>
                  <a:cubicBezTo>
                    <a:pt x="1412240" y="2413"/>
                    <a:pt x="1553464" y="3810"/>
                    <a:pt x="1694688" y="6477"/>
                  </a:cubicBezTo>
                  <a:cubicBezTo>
                    <a:pt x="1553464" y="9144"/>
                    <a:pt x="1412240" y="10541"/>
                    <a:pt x="1271016" y="11430"/>
                  </a:cubicBezTo>
                  <a:lnTo>
                    <a:pt x="1218057" y="11811"/>
                  </a:lnTo>
                  <a:lnTo>
                    <a:pt x="1165098" y="12065"/>
                  </a:lnTo>
                  <a:lnTo>
                    <a:pt x="1059180" y="12573"/>
                  </a:lnTo>
                  <a:lnTo>
                    <a:pt x="847344" y="12954"/>
                  </a:lnTo>
                  <a:lnTo>
                    <a:pt x="635508" y="12573"/>
                  </a:lnTo>
                  <a:cubicBezTo>
                    <a:pt x="564896" y="12192"/>
                    <a:pt x="494284" y="12065"/>
                    <a:pt x="423672" y="11557"/>
                  </a:cubicBezTo>
                  <a:cubicBezTo>
                    <a:pt x="282448" y="10668"/>
                    <a:pt x="141224" y="9144"/>
                    <a:pt x="0" y="6604"/>
                  </a:cubicBezTo>
                  <a:close/>
                </a:path>
              </a:pathLst>
            </a:custGeom>
            <a:solidFill>
              <a:srgbClr val="879282"/>
            </a:solidFill>
          </p:spPr>
        </p:sp>
        <p:sp>
          <p:nvSpPr>
            <p:cNvPr id="9" name="Freeform 9"/>
            <p:cNvSpPr/>
            <p:nvPr/>
          </p:nvSpPr>
          <p:spPr>
            <a:xfrm>
              <a:off x="534543" y="2030222"/>
              <a:ext cx="12700" cy="432816"/>
            </a:xfrm>
            <a:custGeom>
              <a:avLst/>
              <a:gdLst/>
              <a:ahLst/>
              <a:cxnLst/>
              <a:rect l="l" t="t" r="r" b="b"/>
              <a:pathLst>
                <a:path w="12700" h="432816">
                  <a:moveTo>
                    <a:pt x="6350" y="0"/>
                  </a:moveTo>
                  <a:cubicBezTo>
                    <a:pt x="9017" y="36068"/>
                    <a:pt x="10414" y="72136"/>
                    <a:pt x="11303" y="108204"/>
                  </a:cubicBezTo>
                  <a:cubicBezTo>
                    <a:pt x="12192" y="144272"/>
                    <a:pt x="12700" y="180340"/>
                    <a:pt x="12700" y="216408"/>
                  </a:cubicBezTo>
                  <a:cubicBezTo>
                    <a:pt x="12700" y="252476"/>
                    <a:pt x="12319" y="288544"/>
                    <a:pt x="11303" y="324612"/>
                  </a:cubicBezTo>
                  <a:cubicBezTo>
                    <a:pt x="10287" y="360680"/>
                    <a:pt x="9017" y="396748"/>
                    <a:pt x="6350" y="432816"/>
                  </a:cubicBezTo>
                  <a:cubicBezTo>
                    <a:pt x="3683" y="396748"/>
                    <a:pt x="2286" y="360680"/>
                    <a:pt x="1397" y="324612"/>
                  </a:cubicBezTo>
                  <a:cubicBezTo>
                    <a:pt x="508" y="288544"/>
                    <a:pt x="0" y="252476"/>
                    <a:pt x="0" y="216408"/>
                  </a:cubicBezTo>
                  <a:cubicBezTo>
                    <a:pt x="0" y="180340"/>
                    <a:pt x="508" y="144272"/>
                    <a:pt x="1397" y="108204"/>
                  </a:cubicBezTo>
                  <a:cubicBezTo>
                    <a:pt x="2286" y="72136"/>
                    <a:pt x="3810" y="36068"/>
                    <a:pt x="6477" y="0"/>
                  </a:cubicBezTo>
                  <a:close/>
                </a:path>
              </a:pathLst>
            </a:custGeom>
            <a:solidFill>
              <a:srgbClr val="879282"/>
            </a:solidFill>
          </p:spPr>
        </p:sp>
        <p:sp>
          <p:nvSpPr>
            <p:cNvPr id="10" name="Freeform 10"/>
            <p:cNvSpPr/>
            <p:nvPr/>
          </p:nvSpPr>
          <p:spPr>
            <a:xfrm>
              <a:off x="534289" y="63500"/>
              <a:ext cx="12954" cy="1826768"/>
            </a:xfrm>
            <a:custGeom>
              <a:avLst/>
              <a:gdLst/>
              <a:ahLst/>
              <a:cxnLst/>
              <a:rect l="l" t="t" r="r" b="b"/>
              <a:pathLst>
                <a:path w="12954" h="1826768">
                  <a:moveTo>
                    <a:pt x="6604" y="0"/>
                  </a:moveTo>
                  <a:cubicBezTo>
                    <a:pt x="9271" y="152146"/>
                    <a:pt x="10668" y="304419"/>
                    <a:pt x="11557" y="456692"/>
                  </a:cubicBezTo>
                  <a:cubicBezTo>
                    <a:pt x="12192" y="532765"/>
                    <a:pt x="12319" y="608838"/>
                    <a:pt x="12573" y="685038"/>
                  </a:cubicBezTo>
                  <a:lnTo>
                    <a:pt x="12954" y="913384"/>
                  </a:lnTo>
                  <a:lnTo>
                    <a:pt x="12573" y="1141730"/>
                  </a:lnTo>
                  <a:lnTo>
                    <a:pt x="12065" y="1255903"/>
                  </a:lnTo>
                  <a:lnTo>
                    <a:pt x="11811" y="1312926"/>
                  </a:lnTo>
                  <a:lnTo>
                    <a:pt x="11430" y="1370076"/>
                  </a:lnTo>
                  <a:cubicBezTo>
                    <a:pt x="10541" y="1522222"/>
                    <a:pt x="9144" y="1674495"/>
                    <a:pt x="6477" y="1826768"/>
                  </a:cubicBezTo>
                  <a:cubicBezTo>
                    <a:pt x="3810" y="1674622"/>
                    <a:pt x="2413" y="1522349"/>
                    <a:pt x="1524" y="1370076"/>
                  </a:cubicBezTo>
                  <a:lnTo>
                    <a:pt x="1143" y="1313053"/>
                  </a:lnTo>
                  <a:lnTo>
                    <a:pt x="889" y="1256030"/>
                  </a:lnTo>
                  <a:lnTo>
                    <a:pt x="381" y="1141857"/>
                  </a:lnTo>
                  <a:lnTo>
                    <a:pt x="0" y="913511"/>
                  </a:lnTo>
                  <a:lnTo>
                    <a:pt x="381" y="685165"/>
                  </a:lnTo>
                  <a:cubicBezTo>
                    <a:pt x="762" y="609092"/>
                    <a:pt x="889" y="533019"/>
                    <a:pt x="1397" y="456819"/>
                  </a:cubicBezTo>
                  <a:cubicBezTo>
                    <a:pt x="2286" y="304546"/>
                    <a:pt x="3683" y="152400"/>
                    <a:pt x="6350" y="127"/>
                  </a:cubicBezTo>
                  <a:close/>
                </a:path>
              </a:pathLst>
            </a:custGeom>
            <a:solidFill>
              <a:srgbClr val="879282"/>
            </a:solidFill>
          </p:spPr>
        </p:sp>
        <p:sp>
          <p:nvSpPr>
            <p:cNvPr id="11" name="Freeform 11"/>
            <p:cNvSpPr/>
            <p:nvPr/>
          </p:nvSpPr>
          <p:spPr>
            <a:xfrm>
              <a:off x="62865" y="1960499"/>
              <a:ext cx="470408" cy="939292"/>
            </a:xfrm>
            <a:custGeom>
              <a:avLst/>
              <a:gdLst/>
              <a:ahLst/>
              <a:cxnLst/>
              <a:rect l="l" t="t" r="r" b="b"/>
              <a:pathLst>
                <a:path w="470408" h="939292">
                  <a:moveTo>
                    <a:pt x="138176" y="801751"/>
                  </a:moveTo>
                  <a:cubicBezTo>
                    <a:pt x="159893" y="823595"/>
                    <a:pt x="183642" y="843153"/>
                    <a:pt x="209296" y="860298"/>
                  </a:cubicBezTo>
                  <a:cubicBezTo>
                    <a:pt x="234950" y="877443"/>
                    <a:pt x="262001" y="891921"/>
                    <a:pt x="290576" y="903732"/>
                  </a:cubicBezTo>
                  <a:cubicBezTo>
                    <a:pt x="319151" y="915543"/>
                    <a:pt x="348488" y="924433"/>
                    <a:pt x="378714" y="930402"/>
                  </a:cubicBezTo>
                  <a:cubicBezTo>
                    <a:pt x="408940" y="936371"/>
                    <a:pt x="439547" y="939292"/>
                    <a:pt x="470408" y="939292"/>
                  </a:cubicBezTo>
                  <a:lnTo>
                    <a:pt x="470408" y="926592"/>
                  </a:lnTo>
                  <a:cubicBezTo>
                    <a:pt x="218440" y="926592"/>
                    <a:pt x="13462" y="721614"/>
                    <a:pt x="13462" y="469646"/>
                  </a:cubicBezTo>
                  <a:cubicBezTo>
                    <a:pt x="13462" y="217678"/>
                    <a:pt x="218440" y="12700"/>
                    <a:pt x="470408" y="12700"/>
                  </a:cubicBezTo>
                  <a:lnTo>
                    <a:pt x="470408" y="0"/>
                  </a:lnTo>
                  <a:cubicBezTo>
                    <a:pt x="447294" y="0"/>
                    <a:pt x="424307" y="1651"/>
                    <a:pt x="401447" y="5080"/>
                  </a:cubicBezTo>
                  <a:cubicBezTo>
                    <a:pt x="378587" y="8509"/>
                    <a:pt x="356108" y="13462"/>
                    <a:pt x="334010" y="20193"/>
                  </a:cubicBezTo>
                  <a:cubicBezTo>
                    <a:pt x="311912" y="26924"/>
                    <a:pt x="290449" y="35179"/>
                    <a:pt x="269494" y="45085"/>
                  </a:cubicBezTo>
                  <a:cubicBezTo>
                    <a:pt x="248539" y="54991"/>
                    <a:pt x="228600" y="66294"/>
                    <a:pt x="209296" y="79121"/>
                  </a:cubicBezTo>
                  <a:cubicBezTo>
                    <a:pt x="189992" y="91948"/>
                    <a:pt x="171958" y="106172"/>
                    <a:pt x="154813" y="121666"/>
                  </a:cubicBezTo>
                  <a:cubicBezTo>
                    <a:pt x="137668" y="137160"/>
                    <a:pt x="121793" y="153924"/>
                    <a:pt x="107188" y="171704"/>
                  </a:cubicBezTo>
                  <a:cubicBezTo>
                    <a:pt x="92583" y="189484"/>
                    <a:pt x="79248" y="208407"/>
                    <a:pt x="67437" y="228219"/>
                  </a:cubicBezTo>
                  <a:cubicBezTo>
                    <a:pt x="55626" y="248031"/>
                    <a:pt x="45212" y="268605"/>
                    <a:pt x="36322" y="289941"/>
                  </a:cubicBezTo>
                  <a:cubicBezTo>
                    <a:pt x="27432" y="311277"/>
                    <a:pt x="20193" y="333121"/>
                    <a:pt x="14605" y="355600"/>
                  </a:cubicBezTo>
                  <a:cubicBezTo>
                    <a:pt x="9017" y="378079"/>
                    <a:pt x="5080" y="400685"/>
                    <a:pt x="2794" y="423672"/>
                  </a:cubicBezTo>
                  <a:cubicBezTo>
                    <a:pt x="508" y="446659"/>
                    <a:pt x="0" y="469646"/>
                    <a:pt x="1143" y="492760"/>
                  </a:cubicBezTo>
                  <a:cubicBezTo>
                    <a:pt x="2286" y="515874"/>
                    <a:pt x="5080" y="538734"/>
                    <a:pt x="9652" y="561340"/>
                  </a:cubicBezTo>
                  <a:cubicBezTo>
                    <a:pt x="14224" y="583946"/>
                    <a:pt x="20320" y="606171"/>
                    <a:pt x="28067" y="628015"/>
                  </a:cubicBezTo>
                  <a:cubicBezTo>
                    <a:pt x="35814" y="649859"/>
                    <a:pt x="45212" y="670814"/>
                    <a:pt x="56007" y="691261"/>
                  </a:cubicBezTo>
                  <a:cubicBezTo>
                    <a:pt x="66802" y="711708"/>
                    <a:pt x="79248" y="731139"/>
                    <a:pt x="92964" y="749681"/>
                  </a:cubicBezTo>
                  <a:cubicBezTo>
                    <a:pt x="106680" y="768223"/>
                    <a:pt x="121793" y="785749"/>
                    <a:pt x="138049" y="802005"/>
                  </a:cubicBezTo>
                  <a:close/>
                </a:path>
              </a:pathLst>
            </a:custGeom>
            <a:solidFill>
              <a:srgbClr val="879282"/>
            </a:solidFill>
          </p:spPr>
        </p:sp>
      </p:grpSp>
      <p:sp>
        <p:nvSpPr>
          <p:cNvPr id="12" name="Freeform 12"/>
          <p:cNvSpPr/>
          <p:nvPr/>
        </p:nvSpPr>
        <p:spPr>
          <a:xfrm>
            <a:off x="10787644" y="3902726"/>
            <a:ext cx="7248839" cy="5956297"/>
          </a:xfrm>
          <a:custGeom>
            <a:avLst/>
            <a:gdLst/>
            <a:ahLst/>
            <a:cxnLst/>
            <a:rect l="l" t="t" r="r" b="b"/>
            <a:pathLst>
              <a:path w="7248839" h="5956297">
                <a:moveTo>
                  <a:pt x="0" y="0"/>
                </a:moveTo>
                <a:lnTo>
                  <a:pt x="7248839" y="0"/>
                </a:lnTo>
                <a:lnTo>
                  <a:pt x="7248839" y="5956297"/>
                </a:lnTo>
                <a:lnTo>
                  <a:pt x="0" y="59562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3" name="Group 13"/>
          <p:cNvGrpSpPr>
            <a:grpSpLocks noChangeAspect="1"/>
          </p:cNvGrpSpPr>
          <p:nvPr/>
        </p:nvGrpSpPr>
        <p:grpSpPr>
          <a:xfrm>
            <a:off x="15450969" y="433749"/>
            <a:ext cx="2299030" cy="2959675"/>
            <a:chOff x="0" y="0"/>
            <a:chExt cx="2299030" cy="2959684"/>
          </a:xfrm>
        </p:grpSpPr>
        <p:sp>
          <p:nvSpPr>
            <p:cNvPr id="14" name="Freeform 14"/>
            <p:cNvSpPr/>
            <p:nvPr/>
          </p:nvSpPr>
          <p:spPr>
            <a:xfrm>
              <a:off x="1370711" y="131064"/>
              <a:ext cx="804545" cy="804926"/>
            </a:xfrm>
            <a:custGeom>
              <a:avLst/>
              <a:gdLst/>
              <a:ahLst/>
              <a:cxnLst/>
              <a:rect l="l" t="t" r="r" b="b"/>
              <a:pathLst>
                <a:path w="804545" h="804926">
                  <a:moveTo>
                    <a:pt x="402209" y="0"/>
                  </a:moveTo>
                  <a:cubicBezTo>
                    <a:pt x="409829" y="0"/>
                    <a:pt x="417576" y="254"/>
                    <a:pt x="425196" y="635"/>
                  </a:cubicBezTo>
                  <a:cubicBezTo>
                    <a:pt x="432816" y="1016"/>
                    <a:pt x="440563" y="1778"/>
                    <a:pt x="448183" y="2667"/>
                  </a:cubicBezTo>
                  <a:cubicBezTo>
                    <a:pt x="455803" y="3556"/>
                    <a:pt x="463423" y="4699"/>
                    <a:pt x="471043" y="5969"/>
                  </a:cubicBezTo>
                  <a:cubicBezTo>
                    <a:pt x="478663" y="7239"/>
                    <a:pt x="486156" y="8763"/>
                    <a:pt x="493649" y="10541"/>
                  </a:cubicBezTo>
                  <a:cubicBezTo>
                    <a:pt x="501142" y="12319"/>
                    <a:pt x="508508" y="14224"/>
                    <a:pt x="515874" y="16383"/>
                  </a:cubicBezTo>
                  <a:cubicBezTo>
                    <a:pt x="523240" y="18542"/>
                    <a:pt x="530479" y="20955"/>
                    <a:pt x="537718" y="23495"/>
                  </a:cubicBezTo>
                  <a:cubicBezTo>
                    <a:pt x="544957" y="26035"/>
                    <a:pt x="552069" y="28829"/>
                    <a:pt x="559181" y="31877"/>
                  </a:cubicBezTo>
                  <a:cubicBezTo>
                    <a:pt x="566293" y="34925"/>
                    <a:pt x="573278" y="38100"/>
                    <a:pt x="580136" y="41529"/>
                  </a:cubicBezTo>
                  <a:cubicBezTo>
                    <a:pt x="586994" y="44958"/>
                    <a:pt x="593852" y="48514"/>
                    <a:pt x="600456" y="52324"/>
                  </a:cubicBezTo>
                  <a:cubicBezTo>
                    <a:pt x="607060" y="56134"/>
                    <a:pt x="613664" y="60071"/>
                    <a:pt x="620141" y="64262"/>
                  </a:cubicBezTo>
                  <a:cubicBezTo>
                    <a:pt x="626618" y="68453"/>
                    <a:pt x="632968" y="72771"/>
                    <a:pt x="639191" y="77343"/>
                  </a:cubicBezTo>
                  <a:cubicBezTo>
                    <a:pt x="645414" y="81915"/>
                    <a:pt x="651510" y="86614"/>
                    <a:pt x="657352" y="91440"/>
                  </a:cubicBezTo>
                  <a:cubicBezTo>
                    <a:pt x="663194" y="96266"/>
                    <a:pt x="669036" y="101346"/>
                    <a:pt x="674751" y="106553"/>
                  </a:cubicBezTo>
                  <a:cubicBezTo>
                    <a:pt x="680466" y="111760"/>
                    <a:pt x="685927" y="117094"/>
                    <a:pt x="691261" y="122682"/>
                  </a:cubicBezTo>
                  <a:cubicBezTo>
                    <a:pt x="696595" y="128270"/>
                    <a:pt x="701802" y="133858"/>
                    <a:pt x="706755" y="139700"/>
                  </a:cubicBezTo>
                  <a:cubicBezTo>
                    <a:pt x="711708" y="145542"/>
                    <a:pt x="716661" y="151511"/>
                    <a:pt x="721233" y="157607"/>
                  </a:cubicBezTo>
                  <a:cubicBezTo>
                    <a:pt x="725805" y="163703"/>
                    <a:pt x="730377" y="169926"/>
                    <a:pt x="734695" y="176276"/>
                  </a:cubicBezTo>
                  <a:cubicBezTo>
                    <a:pt x="739013" y="182626"/>
                    <a:pt x="743204" y="189103"/>
                    <a:pt x="747141" y="195707"/>
                  </a:cubicBezTo>
                  <a:cubicBezTo>
                    <a:pt x="751078" y="202311"/>
                    <a:pt x="754888" y="209042"/>
                    <a:pt x="758444" y="215773"/>
                  </a:cubicBezTo>
                  <a:cubicBezTo>
                    <a:pt x="762000" y="222504"/>
                    <a:pt x="765429" y="229489"/>
                    <a:pt x="768604" y="236474"/>
                  </a:cubicBezTo>
                  <a:cubicBezTo>
                    <a:pt x="771779" y="243459"/>
                    <a:pt x="774700" y="250571"/>
                    <a:pt x="777494" y="257683"/>
                  </a:cubicBezTo>
                  <a:cubicBezTo>
                    <a:pt x="780288" y="264795"/>
                    <a:pt x="782828" y="272034"/>
                    <a:pt x="785114" y="279400"/>
                  </a:cubicBezTo>
                  <a:cubicBezTo>
                    <a:pt x="787400" y="286766"/>
                    <a:pt x="789559" y="294132"/>
                    <a:pt x="791591" y="301498"/>
                  </a:cubicBezTo>
                  <a:cubicBezTo>
                    <a:pt x="793623" y="308864"/>
                    <a:pt x="795274" y="316357"/>
                    <a:pt x="796671" y="323977"/>
                  </a:cubicBezTo>
                  <a:cubicBezTo>
                    <a:pt x="798068" y="331597"/>
                    <a:pt x="799465" y="339090"/>
                    <a:pt x="800481" y="346710"/>
                  </a:cubicBezTo>
                  <a:cubicBezTo>
                    <a:pt x="801497" y="354330"/>
                    <a:pt x="802386" y="361950"/>
                    <a:pt x="803021" y="369570"/>
                  </a:cubicBezTo>
                  <a:cubicBezTo>
                    <a:pt x="803656" y="377190"/>
                    <a:pt x="804037" y="384937"/>
                    <a:pt x="804291" y="392557"/>
                  </a:cubicBezTo>
                  <a:cubicBezTo>
                    <a:pt x="804545" y="400177"/>
                    <a:pt x="804418" y="407924"/>
                    <a:pt x="804164" y="415544"/>
                  </a:cubicBezTo>
                  <a:cubicBezTo>
                    <a:pt x="803910" y="423164"/>
                    <a:pt x="803402" y="430911"/>
                    <a:pt x="802767" y="438531"/>
                  </a:cubicBezTo>
                  <a:cubicBezTo>
                    <a:pt x="802132" y="446151"/>
                    <a:pt x="801116" y="453771"/>
                    <a:pt x="800100" y="461391"/>
                  </a:cubicBezTo>
                  <a:cubicBezTo>
                    <a:pt x="799084" y="469011"/>
                    <a:pt x="797687" y="476504"/>
                    <a:pt x="796036" y="484124"/>
                  </a:cubicBezTo>
                  <a:cubicBezTo>
                    <a:pt x="794385" y="491744"/>
                    <a:pt x="792734" y="499110"/>
                    <a:pt x="790702" y="506476"/>
                  </a:cubicBezTo>
                  <a:cubicBezTo>
                    <a:pt x="788670" y="513842"/>
                    <a:pt x="786511" y="521208"/>
                    <a:pt x="784098" y="528574"/>
                  </a:cubicBezTo>
                  <a:cubicBezTo>
                    <a:pt x="781685" y="535940"/>
                    <a:pt x="779018" y="543052"/>
                    <a:pt x="776224" y="550291"/>
                  </a:cubicBezTo>
                  <a:cubicBezTo>
                    <a:pt x="773430" y="557530"/>
                    <a:pt x="770382" y="564515"/>
                    <a:pt x="767207" y="571500"/>
                  </a:cubicBezTo>
                  <a:cubicBezTo>
                    <a:pt x="764032" y="578485"/>
                    <a:pt x="760603" y="585343"/>
                    <a:pt x="756920" y="592074"/>
                  </a:cubicBezTo>
                  <a:cubicBezTo>
                    <a:pt x="753237" y="598805"/>
                    <a:pt x="749427" y="605536"/>
                    <a:pt x="745490" y="612013"/>
                  </a:cubicBezTo>
                  <a:cubicBezTo>
                    <a:pt x="741553" y="618490"/>
                    <a:pt x="737362" y="624967"/>
                    <a:pt x="732917" y="631317"/>
                  </a:cubicBezTo>
                  <a:cubicBezTo>
                    <a:pt x="728472" y="637667"/>
                    <a:pt x="724027" y="643763"/>
                    <a:pt x="719328" y="649859"/>
                  </a:cubicBezTo>
                  <a:cubicBezTo>
                    <a:pt x="714629" y="655955"/>
                    <a:pt x="709676" y="661797"/>
                    <a:pt x="704596" y="667639"/>
                  </a:cubicBezTo>
                  <a:cubicBezTo>
                    <a:pt x="699516" y="673481"/>
                    <a:pt x="694309" y="679069"/>
                    <a:pt x="688975" y="684530"/>
                  </a:cubicBezTo>
                  <a:cubicBezTo>
                    <a:pt x="683641" y="689991"/>
                    <a:pt x="678053" y="695325"/>
                    <a:pt x="672338" y="700532"/>
                  </a:cubicBezTo>
                  <a:cubicBezTo>
                    <a:pt x="666623" y="705739"/>
                    <a:pt x="660781" y="710692"/>
                    <a:pt x="654812" y="715518"/>
                  </a:cubicBezTo>
                  <a:cubicBezTo>
                    <a:pt x="648843" y="720344"/>
                    <a:pt x="642747" y="725043"/>
                    <a:pt x="636524" y="729488"/>
                  </a:cubicBezTo>
                  <a:cubicBezTo>
                    <a:pt x="630301" y="733933"/>
                    <a:pt x="623951" y="738251"/>
                    <a:pt x="617474" y="742315"/>
                  </a:cubicBezTo>
                  <a:cubicBezTo>
                    <a:pt x="610997" y="746379"/>
                    <a:pt x="604393" y="750316"/>
                    <a:pt x="597662" y="754126"/>
                  </a:cubicBezTo>
                  <a:cubicBezTo>
                    <a:pt x="590931" y="757936"/>
                    <a:pt x="584073" y="761365"/>
                    <a:pt x="577215" y="764794"/>
                  </a:cubicBezTo>
                  <a:cubicBezTo>
                    <a:pt x="570357" y="768223"/>
                    <a:pt x="563245" y="771271"/>
                    <a:pt x="556133" y="774192"/>
                  </a:cubicBezTo>
                  <a:cubicBezTo>
                    <a:pt x="549021" y="777113"/>
                    <a:pt x="541909" y="779907"/>
                    <a:pt x="534670" y="782447"/>
                  </a:cubicBezTo>
                  <a:cubicBezTo>
                    <a:pt x="527431" y="784987"/>
                    <a:pt x="520065" y="787273"/>
                    <a:pt x="512699" y="789432"/>
                  </a:cubicBezTo>
                  <a:cubicBezTo>
                    <a:pt x="505333" y="791591"/>
                    <a:pt x="497840" y="793496"/>
                    <a:pt x="490347" y="795147"/>
                  </a:cubicBezTo>
                  <a:cubicBezTo>
                    <a:pt x="482854" y="796798"/>
                    <a:pt x="475361" y="798322"/>
                    <a:pt x="467741" y="799592"/>
                  </a:cubicBezTo>
                  <a:cubicBezTo>
                    <a:pt x="460121" y="800862"/>
                    <a:pt x="452501" y="801878"/>
                    <a:pt x="444881" y="802640"/>
                  </a:cubicBezTo>
                  <a:cubicBezTo>
                    <a:pt x="437261" y="803402"/>
                    <a:pt x="429641" y="804037"/>
                    <a:pt x="421894" y="804418"/>
                  </a:cubicBezTo>
                  <a:cubicBezTo>
                    <a:pt x="414147" y="804799"/>
                    <a:pt x="406527" y="804926"/>
                    <a:pt x="398907" y="804926"/>
                  </a:cubicBezTo>
                  <a:cubicBezTo>
                    <a:pt x="391287" y="804926"/>
                    <a:pt x="383540" y="804545"/>
                    <a:pt x="375920" y="804037"/>
                  </a:cubicBezTo>
                  <a:cubicBezTo>
                    <a:pt x="368300" y="803529"/>
                    <a:pt x="360553" y="802767"/>
                    <a:pt x="352933" y="801878"/>
                  </a:cubicBezTo>
                  <a:cubicBezTo>
                    <a:pt x="345313" y="800989"/>
                    <a:pt x="337693" y="799719"/>
                    <a:pt x="330200" y="798449"/>
                  </a:cubicBezTo>
                  <a:cubicBezTo>
                    <a:pt x="322707" y="797179"/>
                    <a:pt x="315087" y="795528"/>
                    <a:pt x="307721" y="793623"/>
                  </a:cubicBezTo>
                  <a:cubicBezTo>
                    <a:pt x="300355" y="791718"/>
                    <a:pt x="292862" y="789813"/>
                    <a:pt x="285496" y="787527"/>
                  </a:cubicBezTo>
                  <a:cubicBezTo>
                    <a:pt x="278130" y="785241"/>
                    <a:pt x="270891" y="782828"/>
                    <a:pt x="263652" y="780161"/>
                  </a:cubicBezTo>
                  <a:cubicBezTo>
                    <a:pt x="256413" y="777494"/>
                    <a:pt x="249301" y="774700"/>
                    <a:pt x="242316" y="771652"/>
                  </a:cubicBezTo>
                  <a:cubicBezTo>
                    <a:pt x="235331" y="768604"/>
                    <a:pt x="228346" y="765302"/>
                    <a:pt x="221488" y="761873"/>
                  </a:cubicBezTo>
                  <a:cubicBezTo>
                    <a:pt x="214630" y="758444"/>
                    <a:pt x="207899" y="754761"/>
                    <a:pt x="201168" y="750951"/>
                  </a:cubicBezTo>
                  <a:cubicBezTo>
                    <a:pt x="194437" y="747141"/>
                    <a:pt x="187960" y="743077"/>
                    <a:pt x="181610" y="738886"/>
                  </a:cubicBezTo>
                  <a:cubicBezTo>
                    <a:pt x="175260" y="734695"/>
                    <a:pt x="168910" y="730250"/>
                    <a:pt x="162687" y="725678"/>
                  </a:cubicBezTo>
                  <a:cubicBezTo>
                    <a:pt x="156464" y="721106"/>
                    <a:pt x="150495" y="716407"/>
                    <a:pt x="144526" y="711454"/>
                  </a:cubicBezTo>
                  <a:cubicBezTo>
                    <a:pt x="138557" y="706501"/>
                    <a:pt x="132842" y="701421"/>
                    <a:pt x="127254" y="696214"/>
                  </a:cubicBezTo>
                  <a:cubicBezTo>
                    <a:pt x="121666" y="691007"/>
                    <a:pt x="116205" y="685546"/>
                    <a:pt x="110871" y="679958"/>
                  </a:cubicBezTo>
                  <a:cubicBezTo>
                    <a:pt x="105537" y="674370"/>
                    <a:pt x="100457" y="668655"/>
                    <a:pt x="95504" y="662813"/>
                  </a:cubicBezTo>
                  <a:cubicBezTo>
                    <a:pt x="90551" y="656971"/>
                    <a:pt x="85725" y="651002"/>
                    <a:pt x="81153" y="644779"/>
                  </a:cubicBezTo>
                  <a:cubicBezTo>
                    <a:pt x="76581" y="638556"/>
                    <a:pt x="72136" y="632333"/>
                    <a:pt x="67818" y="625983"/>
                  </a:cubicBezTo>
                  <a:cubicBezTo>
                    <a:pt x="63500" y="619633"/>
                    <a:pt x="59436" y="613156"/>
                    <a:pt x="55626" y="606425"/>
                  </a:cubicBezTo>
                  <a:cubicBezTo>
                    <a:pt x="51816" y="599694"/>
                    <a:pt x="48006" y="593090"/>
                    <a:pt x="44577" y="586232"/>
                  </a:cubicBezTo>
                  <a:cubicBezTo>
                    <a:pt x="41148" y="579374"/>
                    <a:pt x="37719" y="572516"/>
                    <a:pt x="34671" y="565404"/>
                  </a:cubicBezTo>
                  <a:cubicBezTo>
                    <a:pt x="31623" y="558292"/>
                    <a:pt x="28702" y="551307"/>
                    <a:pt x="25908" y="544068"/>
                  </a:cubicBezTo>
                  <a:cubicBezTo>
                    <a:pt x="23114" y="536829"/>
                    <a:pt x="20701" y="529590"/>
                    <a:pt x="18415" y="522351"/>
                  </a:cubicBezTo>
                  <a:cubicBezTo>
                    <a:pt x="16129" y="515112"/>
                    <a:pt x="14097" y="507619"/>
                    <a:pt x="12192" y="500126"/>
                  </a:cubicBezTo>
                  <a:cubicBezTo>
                    <a:pt x="10287" y="492633"/>
                    <a:pt x="8636" y="485140"/>
                    <a:pt x="7239" y="477647"/>
                  </a:cubicBezTo>
                  <a:cubicBezTo>
                    <a:pt x="5842" y="470154"/>
                    <a:pt x="4572" y="462534"/>
                    <a:pt x="3556" y="454914"/>
                  </a:cubicBezTo>
                  <a:cubicBezTo>
                    <a:pt x="2540" y="447294"/>
                    <a:pt x="1778" y="439674"/>
                    <a:pt x="1143" y="432054"/>
                  </a:cubicBezTo>
                  <a:cubicBezTo>
                    <a:pt x="508" y="424434"/>
                    <a:pt x="254" y="416687"/>
                    <a:pt x="127" y="409067"/>
                  </a:cubicBezTo>
                  <a:cubicBezTo>
                    <a:pt x="0" y="401447"/>
                    <a:pt x="127" y="393700"/>
                    <a:pt x="381" y="386080"/>
                  </a:cubicBezTo>
                  <a:cubicBezTo>
                    <a:pt x="635" y="378460"/>
                    <a:pt x="1270" y="370713"/>
                    <a:pt x="2032" y="363093"/>
                  </a:cubicBezTo>
                  <a:cubicBezTo>
                    <a:pt x="2794" y="355473"/>
                    <a:pt x="3810" y="347853"/>
                    <a:pt x="4953" y="340233"/>
                  </a:cubicBezTo>
                  <a:cubicBezTo>
                    <a:pt x="6096" y="332613"/>
                    <a:pt x="7493" y="325120"/>
                    <a:pt x="9144" y="317627"/>
                  </a:cubicBezTo>
                  <a:cubicBezTo>
                    <a:pt x="10795" y="310134"/>
                    <a:pt x="12573" y="302641"/>
                    <a:pt x="14605" y="295275"/>
                  </a:cubicBezTo>
                  <a:cubicBezTo>
                    <a:pt x="16637" y="287909"/>
                    <a:pt x="18923" y="280543"/>
                    <a:pt x="21336" y="273304"/>
                  </a:cubicBezTo>
                  <a:cubicBezTo>
                    <a:pt x="23749" y="266065"/>
                    <a:pt x="26543" y="258826"/>
                    <a:pt x="29337" y="251714"/>
                  </a:cubicBezTo>
                  <a:cubicBezTo>
                    <a:pt x="32131" y="244602"/>
                    <a:pt x="35306" y="237617"/>
                    <a:pt x="38608" y="230632"/>
                  </a:cubicBezTo>
                  <a:cubicBezTo>
                    <a:pt x="41910" y="223647"/>
                    <a:pt x="45339" y="216789"/>
                    <a:pt x="49022" y="210058"/>
                  </a:cubicBezTo>
                  <a:cubicBezTo>
                    <a:pt x="52705" y="203327"/>
                    <a:pt x="56515" y="196723"/>
                    <a:pt x="60579" y="190119"/>
                  </a:cubicBezTo>
                  <a:cubicBezTo>
                    <a:pt x="64643" y="183515"/>
                    <a:pt x="68834" y="177165"/>
                    <a:pt x="73279" y="170942"/>
                  </a:cubicBezTo>
                  <a:cubicBezTo>
                    <a:pt x="77724" y="164719"/>
                    <a:pt x="82296" y="158496"/>
                    <a:pt x="87122" y="152527"/>
                  </a:cubicBezTo>
                  <a:cubicBezTo>
                    <a:pt x="91948" y="146558"/>
                    <a:pt x="96901" y="140589"/>
                    <a:pt x="101981" y="134874"/>
                  </a:cubicBezTo>
                  <a:cubicBezTo>
                    <a:pt x="107061" y="129159"/>
                    <a:pt x="112395" y="123571"/>
                    <a:pt x="117856" y="118110"/>
                  </a:cubicBezTo>
                  <a:cubicBezTo>
                    <a:pt x="136525" y="99314"/>
                    <a:pt x="156718" y="82677"/>
                    <a:pt x="178689" y="67945"/>
                  </a:cubicBezTo>
                  <a:cubicBezTo>
                    <a:pt x="200660" y="53213"/>
                    <a:pt x="223774" y="40767"/>
                    <a:pt x="248285" y="30734"/>
                  </a:cubicBezTo>
                  <a:cubicBezTo>
                    <a:pt x="272796" y="20701"/>
                    <a:pt x="297815" y="12954"/>
                    <a:pt x="323723" y="7874"/>
                  </a:cubicBezTo>
                  <a:cubicBezTo>
                    <a:pt x="349631" y="2794"/>
                    <a:pt x="375793" y="254"/>
                    <a:pt x="402209" y="254"/>
                  </a:cubicBezTo>
                  <a:close/>
                  <a:moveTo>
                    <a:pt x="402209" y="792607"/>
                  </a:moveTo>
                  <a:cubicBezTo>
                    <a:pt x="617474" y="792607"/>
                    <a:pt x="792607" y="617474"/>
                    <a:pt x="792607" y="402209"/>
                  </a:cubicBezTo>
                  <a:cubicBezTo>
                    <a:pt x="792607" y="186944"/>
                    <a:pt x="617474" y="11811"/>
                    <a:pt x="402209" y="11811"/>
                  </a:cubicBezTo>
                  <a:cubicBezTo>
                    <a:pt x="186944" y="11811"/>
                    <a:pt x="11811" y="186944"/>
                    <a:pt x="11811" y="402336"/>
                  </a:cubicBezTo>
                  <a:cubicBezTo>
                    <a:pt x="11811" y="617728"/>
                    <a:pt x="186944" y="792734"/>
                    <a:pt x="402209" y="792734"/>
                  </a:cubicBezTo>
                  <a:close/>
                </a:path>
              </a:pathLst>
            </a:custGeom>
            <a:solidFill>
              <a:srgbClr val="879282"/>
            </a:solidFill>
          </p:spPr>
        </p:sp>
        <p:sp>
          <p:nvSpPr>
            <p:cNvPr id="15" name="Freeform 15"/>
            <p:cNvSpPr/>
            <p:nvPr/>
          </p:nvSpPr>
          <p:spPr>
            <a:xfrm>
              <a:off x="1096010" y="252730"/>
              <a:ext cx="561213" cy="561340"/>
            </a:xfrm>
            <a:custGeom>
              <a:avLst/>
              <a:gdLst/>
              <a:ahLst/>
              <a:cxnLst/>
              <a:rect l="l" t="t" r="r" b="b"/>
              <a:pathLst>
                <a:path w="561213" h="561340">
                  <a:moveTo>
                    <a:pt x="280543" y="0"/>
                  </a:moveTo>
                  <a:cubicBezTo>
                    <a:pt x="435229" y="0"/>
                    <a:pt x="561213" y="125857"/>
                    <a:pt x="561213" y="280670"/>
                  </a:cubicBezTo>
                  <a:cubicBezTo>
                    <a:pt x="561213" y="435483"/>
                    <a:pt x="435356" y="561340"/>
                    <a:pt x="280543" y="561340"/>
                  </a:cubicBezTo>
                  <a:cubicBezTo>
                    <a:pt x="125730" y="561340"/>
                    <a:pt x="0" y="435356"/>
                    <a:pt x="0" y="280670"/>
                  </a:cubicBezTo>
                  <a:cubicBezTo>
                    <a:pt x="0" y="125984"/>
                    <a:pt x="125857" y="0"/>
                    <a:pt x="280670" y="0"/>
                  </a:cubicBezTo>
                  <a:close/>
                  <a:moveTo>
                    <a:pt x="280543" y="553085"/>
                  </a:moveTo>
                  <a:cubicBezTo>
                    <a:pt x="430784" y="553085"/>
                    <a:pt x="552958" y="430911"/>
                    <a:pt x="552958" y="280670"/>
                  </a:cubicBezTo>
                  <a:cubicBezTo>
                    <a:pt x="552958" y="130429"/>
                    <a:pt x="430784" y="8255"/>
                    <a:pt x="280543" y="8255"/>
                  </a:cubicBezTo>
                  <a:cubicBezTo>
                    <a:pt x="130302" y="8255"/>
                    <a:pt x="8255" y="130429"/>
                    <a:pt x="8255" y="280670"/>
                  </a:cubicBezTo>
                  <a:cubicBezTo>
                    <a:pt x="8255" y="430911"/>
                    <a:pt x="130429" y="552958"/>
                    <a:pt x="280670" y="552958"/>
                  </a:cubicBezTo>
                  <a:lnTo>
                    <a:pt x="280670" y="552958"/>
                  </a:lnTo>
                  <a:close/>
                </a:path>
              </a:pathLst>
            </a:custGeom>
            <a:solidFill>
              <a:srgbClr val="879282"/>
            </a:solidFill>
          </p:spPr>
        </p:sp>
        <p:sp>
          <p:nvSpPr>
            <p:cNvPr id="16" name="Freeform 16"/>
            <p:cNvSpPr/>
            <p:nvPr/>
          </p:nvSpPr>
          <p:spPr>
            <a:xfrm>
              <a:off x="63500" y="493522"/>
              <a:ext cx="1694688" cy="12827"/>
            </a:xfrm>
            <a:custGeom>
              <a:avLst/>
              <a:gdLst/>
              <a:ahLst/>
              <a:cxnLst/>
              <a:rect l="l" t="t" r="r" b="b"/>
              <a:pathLst>
                <a:path w="1694688" h="12827">
                  <a:moveTo>
                    <a:pt x="1694561" y="6477"/>
                  </a:moveTo>
                  <a:cubicBezTo>
                    <a:pt x="1553337" y="9144"/>
                    <a:pt x="1412113" y="10541"/>
                    <a:pt x="1270889" y="11430"/>
                  </a:cubicBezTo>
                  <a:cubicBezTo>
                    <a:pt x="1200277" y="12065"/>
                    <a:pt x="1129665" y="12192"/>
                    <a:pt x="1059053" y="12446"/>
                  </a:cubicBezTo>
                  <a:lnTo>
                    <a:pt x="847217" y="12827"/>
                  </a:lnTo>
                  <a:lnTo>
                    <a:pt x="635381" y="12446"/>
                  </a:lnTo>
                  <a:lnTo>
                    <a:pt x="529463" y="11938"/>
                  </a:lnTo>
                  <a:lnTo>
                    <a:pt x="476504" y="11684"/>
                  </a:lnTo>
                  <a:lnTo>
                    <a:pt x="423545" y="11303"/>
                  </a:lnTo>
                  <a:cubicBezTo>
                    <a:pt x="282448" y="10668"/>
                    <a:pt x="141224" y="9271"/>
                    <a:pt x="0" y="6477"/>
                  </a:cubicBezTo>
                  <a:cubicBezTo>
                    <a:pt x="141224" y="3810"/>
                    <a:pt x="282448" y="2413"/>
                    <a:pt x="423672" y="1524"/>
                  </a:cubicBezTo>
                  <a:lnTo>
                    <a:pt x="476631" y="1143"/>
                  </a:lnTo>
                  <a:lnTo>
                    <a:pt x="529590" y="889"/>
                  </a:lnTo>
                  <a:lnTo>
                    <a:pt x="635508" y="381"/>
                  </a:lnTo>
                  <a:lnTo>
                    <a:pt x="847344" y="0"/>
                  </a:lnTo>
                  <a:lnTo>
                    <a:pt x="1059180" y="381"/>
                  </a:lnTo>
                  <a:cubicBezTo>
                    <a:pt x="1129792" y="762"/>
                    <a:pt x="1200404" y="889"/>
                    <a:pt x="1271016" y="1397"/>
                  </a:cubicBezTo>
                  <a:cubicBezTo>
                    <a:pt x="1412240" y="2286"/>
                    <a:pt x="1553464" y="3810"/>
                    <a:pt x="1694688" y="6350"/>
                  </a:cubicBezTo>
                  <a:close/>
                </a:path>
              </a:pathLst>
            </a:custGeom>
            <a:solidFill>
              <a:srgbClr val="879282"/>
            </a:solidFill>
          </p:spPr>
        </p:sp>
        <p:sp>
          <p:nvSpPr>
            <p:cNvPr id="17" name="Freeform 17"/>
            <p:cNvSpPr/>
            <p:nvPr/>
          </p:nvSpPr>
          <p:spPr>
            <a:xfrm>
              <a:off x="1751711" y="500253"/>
              <a:ext cx="12700" cy="432816"/>
            </a:xfrm>
            <a:custGeom>
              <a:avLst/>
              <a:gdLst/>
              <a:ahLst/>
              <a:cxnLst/>
              <a:rect l="l" t="t" r="r" b="b"/>
              <a:pathLst>
                <a:path w="12700" h="432816">
                  <a:moveTo>
                    <a:pt x="6350" y="432816"/>
                  </a:moveTo>
                  <a:cubicBezTo>
                    <a:pt x="3683" y="396748"/>
                    <a:pt x="2286" y="360680"/>
                    <a:pt x="1397" y="324612"/>
                  </a:cubicBezTo>
                  <a:cubicBezTo>
                    <a:pt x="508" y="288544"/>
                    <a:pt x="0" y="252476"/>
                    <a:pt x="0" y="216408"/>
                  </a:cubicBezTo>
                  <a:cubicBezTo>
                    <a:pt x="0" y="180340"/>
                    <a:pt x="381" y="144272"/>
                    <a:pt x="1397" y="108204"/>
                  </a:cubicBezTo>
                  <a:cubicBezTo>
                    <a:pt x="2413" y="72136"/>
                    <a:pt x="3683" y="36068"/>
                    <a:pt x="6350" y="0"/>
                  </a:cubicBezTo>
                  <a:cubicBezTo>
                    <a:pt x="9017" y="36068"/>
                    <a:pt x="10414" y="72136"/>
                    <a:pt x="11303" y="108204"/>
                  </a:cubicBezTo>
                  <a:cubicBezTo>
                    <a:pt x="12192" y="144272"/>
                    <a:pt x="12700" y="180340"/>
                    <a:pt x="12700" y="216408"/>
                  </a:cubicBezTo>
                  <a:cubicBezTo>
                    <a:pt x="12700" y="252476"/>
                    <a:pt x="12192" y="288544"/>
                    <a:pt x="11303" y="324612"/>
                  </a:cubicBezTo>
                  <a:cubicBezTo>
                    <a:pt x="10414" y="360680"/>
                    <a:pt x="8890" y="396748"/>
                    <a:pt x="6223" y="432816"/>
                  </a:cubicBezTo>
                  <a:close/>
                </a:path>
              </a:pathLst>
            </a:custGeom>
            <a:solidFill>
              <a:srgbClr val="879282"/>
            </a:solidFill>
          </p:spPr>
        </p:sp>
        <p:sp>
          <p:nvSpPr>
            <p:cNvPr id="18" name="Freeform 18"/>
            <p:cNvSpPr/>
            <p:nvPr/>
          </p:nvSpPr>
          <p:spPr>
            <a:xfrm>
              <a:off x="1751711" y="1073150"/>
              <a:ext cx="12827" cy="1823085"/>
            </a:xfrm>
            <a:custGeom>
              <a:avLst/>
              <a:gdLst/>
              <a:ahLst/>
              <a:cxnLst/>
              <a:rect l="l" t="t" r="r" b="b"/>
              <a:pathLst>
                <a:path w="12827" h="1823085">
                  <a:moveTo>
                    <a:pt x="6477" y="0"/>
                  </a:moveTo>
                  <a:cubicBezTo>
                    <a:pt x="3810" y="152273"/>
                    <a:pt x="2413" y="304419"/>
                    <a:pt x="1524" y="456692"/>
                  </a:cubicBezTo>
                  <a:lnTo>
                    <a:pt x="1143" y="513842"/>
                  </a:lnTo>
                  <a:lnTo>
                    <a:pt x="889" y="570865"/>
                  </a:lnTo>
                  <a:lnTo>
                    <a:pt x="381" y="685038"/>
                  </a:lnTo>
                  <a:lnTo>
                    <a:pt x="0" y="913384"/>
                  </a:lnTo>
                  <a:lnTo>
                    <a:pt x="381" y="1141730"/>
                  </a:lnTo>
                  <a:cubicBezTo>
                    <a:pt x="762" y="1217803"/>
                    <a:pt x="889" y="1294003"/>
                    <a:pt x="1397" y="1370076"/>
                  </a:cubicBezTo>
                  <a:cubicBezTo>
                    <a:pt x="2286" y="1521079"/>
                    <a:pt x="3683" y="1672082"/>
                    <a:pt x="6350" y="1823085"/>
                  </a:cubicBezTo>
                  <a:lnTo>
                    <a:pt x="6477" y="1823085"/>
                  </a:lnTo>
                  <a:cubicBezTo>
                    <a:pt x="9144" y="1672082"/>
                    <a:pt x="10414" y="1521079"/>
                    <a:pt x="11430" y="1370076"/>
                  </a:cubicBezTo>
                  <a:cubicBezTo>
                    <a:pt x="12065" y="1294003"/>
                    <a:pt x="12192" y="1217803"/>
                    <a:pt x="12446" y="1141730"/>
                  </a:cubicBezTo>
                  <a:lnTo>
                    <a:pt x="12827" y="913384"/>
                  </a:lnTo>
                  <a:lnTo>
                    <a:pt x="12446" y="685038"/>
                  </a:lnTo>
                  <a:lnTo>
                    <a:pt x="11938" y="570865"/>
                  </a:lnTo>
                  <a:lnTo>
                    <a:pt x="11684" y="513842"/>
                  </a:lnTo>
                  <a:lnTo>
                    <a:pt x="11303" y="456819"/>
                  </a:lnTo>
                  <a:cubicBezTo>
                    <a:pt x="10414" y="304546"/>
                    <a:pt x="9017" y="152400"/>
                    <a:pt x="6350" y="127"/>
                  </a:cubicBezTo>
                  <a:close/>
                </a:path>
              </a:pathLst>
            </a:custGeom>
            <a:solidFill>
              <a:srgbClr val="879282"/>
            </a:solidFill>
          </p:spPr>
        </p:sp>
        <p:sp>
          <p:nvSpPr>
            <p:cNvPr id="19" name="Freeform 19"/>
            <p:cNvSpPr/>
            <p:nvPr/>
          </p:nvSpPr>
          <p:spPr>
            <a:xfrm>
              <a:off x="1765808" y="63500"/>
              <a:ext cx="470281" cy="939546"/>
            </a:xfrm>
            <a:custGeom>
              <a:avLst/>
              <a:gdLst/>
              <a:ahLst/>
              <a:cxnLst/>
              <a:rect l="l" t="t" r="r" b="b"/>
              <a:pathLst>
                <a:path w="470281" h="939546">
                  <a:moveTo>
                    <a:pt x="332232" y="137541"/>
                  </a:moveTo>
                  <a:cubicBezTo>
                    <a:pt x="310515" y="115697"/>
                    <a:pt x="286766" y="96139"/>
                    <a:pt x="261112" y="78994"/>
                  </a:cubicBezTo>
                  <a:cubicBezTo>
                    <a:pt x="235458" y="61849"/>
                    <a:pt x="208407" y="47371"/>
                    <a:pt x="179832" y="35560"/>
                  </a:cubicBezTo>
                  <a:cubicBezTo>
                    <a:pt x="151257" y="23749"/>
                    <a:pt x="121920" y="14859"/>
                    <a:pt x="91694" y="8890"/>
                  </a:cubicBezTo>
                  <a:cubicBezTo>
                    <a:pt x="61468" y="2921"/>
                    <a:pt x="30861" y="0"/>
                    <a:pt x="0" y="0"/>
                  </a:cubicBezTo>
                  <a:lnTo>
                    <a:pt x="0" y="12827"/>
                  </a:lnTo>
                  <a:cubicBezTo>
                    <a:pt x="251968" y="12827"/>
                    <a:pt x="456946" y="217805"/>
                    <a:pt x="456946" y="469773"/>
                  </a:cubicBezTo>
                  <a:cubicBezTo>
                    <a:pt x="456946" y="721741"/>
                    <a:pt x="251968" y="926719"/>
                    <a:pt x="0" y="926719"/>
                  </a:cubicBezTo>
                  <a:lnTo>
                    <a:pt x="0" y="939546"/>
                  </a:lnTo>
                  <a:cubicBezTo>
                    <a:pt x="23114" y="939546"/>
                    <a:pt x="46101" y="937895"/>
                    <a:pt x="68961" y="934466"/>
                  </a:cubicBezTo>
                  <a:cubicBezTo>
                    <a:pt x="91821" y="931037"/>
                    <a:pt x="114300" y="926084"/>
                    <a:pt x="136398" y="919353"/>
                  </a:cubicBezTo>
                  <a:cubicBezTo>
                    <a:pt x="158496" y="912622"/>
                    <a:pt x="179959" y="904367"/>
                    <a:pt x="200914" y="894461"/>
                  </a:cubicBezTo>
                  <a:cubicBezTo>
                    <a:pt x="221869" y="884555"/>
                    <a:pt x="241808" y="873252"/>
                    <a:pt x="260985" y="860425"/>
                  </a:cubicBezTo>
                  <a:cubicBezTo>
                    <a:pt x="280162" y="847598"/>
                    <a:pt x="298323" y="833374"/>
                    <a:pt x="315468" y="817880"/>
                  </a:cubicBezTo>
                  <a:cubicBezTo>
                    <a:pt x="332613" y="802386"/>
                    <a:pt x="348488" y="785622"/>
                    <a:pt x="363093" y="767842"/>
                  </a:cubicBezTo>
                  <a:cubicBezTo>
                    <a:pt x="377698" y="750062"/>
                    <a:pt x="391033" y="731139"/>
                    <a:pt x="402844" y="711327"/>
                  </a:cubicBezTo>
                  <a:cubicBezTo>
                    <a:pt x="414655" y="691515"/>
                    <a:pt x="425069" y="670941"/>
                    <a:pt x="433959" y="649605"/>
                  </a:cubicBezTo>
                  <a:cubicBezTo>
                    <a:pt x="442849" y="628269"/>
                    <a:pt x="450088" y="606425"/>
                    <a:pt x="455676" y="583946"/>
                  </a:cubicBezTo>
                  <a:cubicBezTo>
                    <a:pt x="461264" y="561467"/>
                    <a:pt x="465201" y="538861"/>
                    <a:pt x="467487" y="515874"/>
                  </a:cubicBezTo>
                  <a:cubicBezTo>
                    <a:pt x="469773" y="492887"/>
                    <a:pt x="470281" y="469900"/>
                    <a:pt x="469138" y="446786"/>
                  </a:cubicBezTo>
                  <a:cubicBezTo>
                    <a:pt x="467995" y="423672"/>
                    <a:pt x="465201" y="400812"/>
                    <a:pt x="460629" y="378206"/>
                  </a:cubicBezTo>
                  <a:cubicBezTo>
                    <a:pt x="456057" y="355600"/>
                    <a:pt x="449961" y="333375"/>
                    <a:pt x="442214" y="311531"/>
                  </a:cubicBezTo>
                  <a:cubicBezTo>
                    <a:pt x="434467" y="289687"/>
                    <a:pt x="425069" y="268732"/>
                    <a:pt x="414274" y="248285"/>
                  </a:cubicBezTo>
                  <a:cubicBezTo>
                    <a:pt x="403479" y="227838"/>
                    <a:pt x="391033" y="208407"/>
                    <a:pt x="377317" y="189865"/>
                  </a:cubicBezTo>
                  <a:cubicBezTo>
                    <a:pt x="363601" y="171323"/>
                    <a:pt x="348488" y="153797"/>
                    <a:pt x="332232" y="137541"/>
                  </a:cubicBezTo>
                  <a:close/>
                </a:path>
              </a:pathLst>
            </a:custGeom>
            <a:solidFill>
              <a:srgbClr val="879282"/>
            </a:solidFill>
          </p:spPr>
        </p:sp>
      </p:grpSp>
      <p:sp>
        <p:nvSpPr>
          <p:cNvPr id="20" name="Freeform 20"/>
          <p:cNvSpPr/>
          <p:nvPr/>
        </p:nvSpPr>
        <p:spPr>
          <a:xfrm>
            <a:off x="5143262" y="3058735"/>
            <a:ext cx="4210050" cy="1819275"/>
          </a:xfrm>
          <a:custGeom>
            <a:avLst/>
            <a:gdLst/>
            <a:ahLst/>
            <a:cxnLst/>
            <a:rect l="l" t="t" r="r" b="b"/>
            <a:pathLst>
              <a:path w="4210050" h="1819275">
                <a:moveTo>
                  <a:pt x="0" y="0"/>
                </a:moveTo>
                <a:lnTo>
                  <a:pt x="4210050" y="0"/>
                </a:lnTo>
                <a:lnTo>
                  <a:pt x="4210050" y="1819275"/>
                </a:lnTo>
                <a:lnTo>
                  <a:pt x="0" y="1819275"/>
                </a:lnTo>
                <a:lnTo>
                  <a:pt x="0" y="0"/>
                </a:lnTo>
                <a:close/>
              </a:path>
            </a:pathLst>
          </a:custGeom>
          <a:blipFill>
            <a:blip r:embed="rId4"/>
            <a:stretch>
              <a:fillRect/>
            </a:stretch>
          </a:blipFill>
        </p:spPr>
      </p:sp>
      <p:grpSp>
        <p:nvGrpSpPr>
          <p:cNvPr id="21" name="Group 21"/>
          <p:cNvGrpSpPr>
            <a:grpSpLocks noChangeAspect="1"/>
          </p:cNvGrpSpPr>
          <p:nvPr/>
        </p:nvGrpSpPr>
        <p:grpSpPr>
          <a:xfrm>
            <a:off x="0" y="6953364"/>
            <a:ext cx="2214048" cy="2842165"/>
            <a:chOff x="0" y="0"/>
            <a:chExt cx="2214042" cy="2842158"/>
          </a:xfrm>
        </p:grpSpPr>
        <p:sp>
          <p:nvSpPr>
            <p:cNvPr id="22" name="Freeform 22"/>
            <p:cNvSpPr/>
            <p:nvPr/>
          </p:nvSpPr>
          <p:spPr>
            <a:xfrm>
              <a:off x="0" y="0"/>
              <a:ext cx="2213991" cy="2842133"/>
            </a:xfrm>
            <a:custGeom>
              <a:avLst/>
              <a:gdLst/>
              <a:ahLst/>
              <a:cxnLst/>
              <a:rect l="l" t="t" r="r" b="b"/>
              <a:pathLst>
                <a:path w="2213991" h="2842133">
                  <a:moveTo>
                    <a:pt x="0" y="2842133"/>
                  </a:moveTo>
                  <a:lnTo>
                    <a:pt x="2213991" y="2842133"/>
                  </a:lnTo>
                  <a:lnTo>
                    <a:pt x="2213991" y="0"/>
                  </a:lnTo>
                  <a:lnTo>
                    <a:pt x="0" y="0"/>
                  </a:lnTo>
                  <a:close/>
                </a:path>
              </a:pathLst>
            </a:custGeom>
            <a:solidFill>
              <a:srgbClr val="000000">
                <a:alpha val="0"/>
              </a:srgbClr>
            </a:solidFill>
          </p:spPr>
        </p:sp>
      </p:grpSp>
      <p:grpSp>
        <p:nvGrpSpPr>
          <p:cNvPr id="23" name="Group 23"/>
          <p:cNvGrpSpPr>
            <a:grpSpLocks noChangeAspect="1"/>
          </p:cNvGrpSpPr>
          <p:nvPr/>
        </p:nvGrpSpPr>
        <p:grpSpPr>
          <a:xfrm>
            <a:off x="15509815" y="491471"/>
            <a:ext cx="2214048" cy="2842165"/>
            <a:chOff x="0" y="0"/>
            <a:chExt cx="2214042" cy="2842158"/>
          </a:xfrm>
        </p:grpSpPr>
        <p:sp>
          <p:nvSpPr>
            <p:cNvPr id="24" name="Freeform 24"/>
            <p:cNvSpPr/>
            <p:nvPr/>
          </p:nvSpPr>
          <p:spPr>
            <a:xfrm>
              <a:off x="0" y="0"/>
              <a:ext cx="2213991" cy="2842133"/>
            </a:xfrm>
            <a:custGeom>
              <a:avLst/>
              <a:gdLst/>
              <a:ahLst/>
              <a:cxnLst/>
              <a:rect l="l" t="t" r="r" b="b"/>
              <a:pathLst>
                <a:path w="2213991" h="2842133">
                  <a:moveTo>
                    <a:pt x="0" y="2842133"/>
                  </a:moveTo>
                  <a:lnTo>
                    <a:pt x="2213991" y="2842133"/>
                  </a:lnTo>
                  <a:lnTo>
                    <a:pt x="2213991" y="0"/>
                  </a:lnTo>
                  <a:lnTo>
                    <a:pt x="0" y="0"/>
                  </a:lnTo>
                  <a:close/>
                </a:path>
              </a:pathLst>
            </a:custGeom>
            <a:solidFill>
              <a:srgbClr val="000000">
                <a:alpha val="0"/>
              </a:srgbClr>
            </a:solidFill>
          </p:spPr>
        </p:sp>
      </p:grpSp>
      <p:sp>
        <p:nvSpPr>
          <p:cNvPr id="25" name="TextBox 25"/>
          <p:cNvSpPr txBox="1"/>
          <p:nvPr/>
        </p:nvSpPr>
        <p:spPr>
          <a:xfrm>
            <a:off x="1091451" y="1514713"/>
            <a:ext cx="323831"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10</a:t>
            </a:r>
          </a:p>
        </p:txBody>
      </p:sp>
      <p:sp>
        <p:nvSpPr>
          <p:cNvPr id="26" name="TextBox 26"/>
          <p:cNvSpPr txBox="1"/>
          <p:nvPr/>
        </p:nvSpPr>
        <p:spPr>
          <a:xfrm>
            <a:off x="1104395" y="2410063"/>
            <a:ext cx="29740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12</a:t>
            </a:r>
          </a:p>
        </p:txBody>
      </p:sp>
      <p:sp>
        <p:nvSpPr>
          <p:cNvPr id="27" name="TextBox 27"/>
          <p:cNvSpPr txBox="1"/>
          <p:nvPr/>
        </p:nvSpPr>
        <p:spPr>
          <a:xfrm>
            <a:off x="1104395" y="3305413"/>
            <a:ext cx="29740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15</a:t>
            </a:r>
          </a:p>
        </p:txBody>
      </p:sp>
      <p:sp>
        <p:nvSpPr>
          <p:cNvPr id="28" name="TextBox 28"/>
          <p:cNvSpPr txBox="1"/>
          <p:nvPr/>
        </p:nvSpPr>
        <p:spPr>
          <a:xfrm>
            <a:off x="1096813" y="4200763"/>
            <a:ext cx="31263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18</a:t>
            </a:r>
          </a:p>
        </p:txBody>
      </p:sp>
      <p:sp>
        <p:nvSpPr>
          <p:cNvPr id="29" name="TextBox 29"/>
          <p:cNvSpPr txBox="1"/>
          <p:nvPr/>
        </p:nvSpPr>
        <p:spPr>
          <a:xfrm>
            <a:off x="1077763" y="5096113"/>
            <a:ext cx="351482"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20</a:t>
            </a:r>
          </a:p>
        </p:txBody>
      </p:sp>
      <p:sp>
        <p:nvSpPr>
          <p:cNvPr id="30" name="TextBox 30"/>
          <p:cNvSpPr txBox="1"/>
          <p:nvPr/>
        </p:nvSpPr>
        <p:spPr>
          <a:xfrm>
            <a:off x="609400" y="657463"/>
            <a:ext cx="1307001" cy="424472"/>
          </a:xfrm>
          <a:prstGeom prst="rect">
            <a:avLst/>
          </a:prstGeom>
        </p:spPr>
        <p:txBody>
          <a:bodyPr lIns="0" tIns="0" rIns="0" bIns="0" rtlCol="0" anchor="t">
            <a:spAutoFit/>
          </a:bodyPr>
          <a:lstStyle/>
          <a:p>
            <a:pPr algn="l">
              <a:lnSpc>
                <a:spcPts val="3358"/>
              </a:lnSpc>
            </a:pPr>
            <a:r>
              <a:rPr lang="en-US" sz="2399">
                <a:solidFill>
                  <a:srgbClr val="000000"/>
                </a:solidFill>
                <a:latin typeface="CAT Neuzeit"/>
                <a:ea typeface="CAT Neuzeit"/>
                <a:cs typeface="CAT Neuzeit"/>
                <a:sym typeface="CAT Neuzeit"/>
              </a:rPr>
              <a:t>Actual (y)</a:t>
            </a:r>
          </a:p>
        </p:txBody>
      </p:sp>
      <p:sp>
        <p:nvSpPr>
          <p:cNvPr id="31" name="TextBox 31"/>
          <p:cNvSpPr txBox="1"/>
          <p:nvPr/>
        </p:nvSpPr>
        <p:spPr>
          <a:xfrm>
            <a:off x="2582247" y="457438"/>
            <a:ext cx="1360465" cy="834047"/>
          </a:xfrm>
          <a:prstGeom prst="rect">
            <a:avLst/>
          </a:prstGeom>
        </p:spPr>
        <p:txBody>
          <a:bodyPr lIns="0" tIns="0" rIns="0" bIns="0" rtlCol="0" anchor="t">
            <a:spAutoFit/>
          </a:bodyPr>
          <a:lstStyle/>
          <a:p>
            <a:pPr algn="ctr">
              <a:lnSpc>
                <a:spcPts val="3298"/>
              </a:lnSpc>
            </a:pPr>
            <a:r>
              <a:rPr lang="en-US" sz="2399">
                <a:solidFill>
                  <a:srgbClr val="000000"/>
                </a:solidFill>
                <a:latin typeface="CAT Neuzeit"/>
                <a:ea typeface="CAT Neuzeit"/>
                <a:cs typeface="CAT Neuzeit"/>
                <a:sym typeface="CAT Neuzeit"/>
              </a:rPr>
              <a:t>Predicted (y^)</a:t>
            </a:r>
          </a:p>
        </p:txBody>
      </p:sp>
      <p:sp>
        <p:nvSpPr>
          <p:cNvPr id="32" name="TextBox 32"/>
          <p:cNvSpPr txBox="1"/>
          <p:nvPr/>
        </p:nvSpPr>
        <p:spPr>
          <a:xfrm>
            <a:off x="3167434" y="1514713"/>
            <a:ext cx="166592"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9</a:t>
            </a:r>
          </a:p>
        </p:txBody>
      </p:sp>
      <p:sp>
        <p:nvSpPr>
          <p:cNvPr id="33" name="TextBox 33"/>
          <p:cNvSpPr txBox="1"/>
          <p:nvPr/>
        </p:nvSpPr>
        <p:spPr>
          <a:xfrm>
            <a:off x="3116990" y="2410063"/>
            <a:ext cx="269748"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11</a:t>
            </a:r>
          </a:p>
        </p:txBody>
      </p:sp>
      <p:sp>
        <p:nvSpPr>
          <p:cNvPr id="34" name="TextBox 34"/>
          <p:cNvSpPr txBox="1"/>
          <p:nvPr/>
        </p:nvSpPr>
        <p:spPr>
          <a:xfrm>
            <a:off x="3094063" y="3305413"/>
            <a:ext cx="316373"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14</a:t>
            </a:r>
          </a:p>
        </p:txBody>
      </p:sp>
      <p:sp>
        <p:nvSpPr>
          <p:cNvPr id="35" name="TextBox 35"/>
          <p:cNvSpPr txBox="1"/>
          <p:nvPr/>
        </p:nvSpPr>
        <p:spPr>
          <a:xfrm>
            <a:off x="3107017" y="4200763"/>
            <a:ext cx="289951"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17</a:t>
            </a:r>
          </a:p>
        </p:txBody>
      </p:sp>
      <p:sp>
        <p:nvSpPr>
          <p:cNvPr id="36" name="TextBox 36"/>
          <p:cNvSpPr txBox="1"/>
          <p:nvPr/>
        </p:nvSpPr>
        <p:spPr>
          <a:xfrm>
            <a:off x="3101359" y="5096113"/>
            <a:ext cx="301447"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19</a:t>
            </a:r>
          </a:p>
        </p:txBody>
      </p:sp>
      <p:sp>
        <p:nvSpPr>
          <p:cNvPr id="37" name="TextBox 37"/>
          <p:cNvSpPr txBox="1"/>
          <p:nvPr/>
        </p:nvSpPr>
        <p:spPr>
          <a:xfrm>
            <a:off x="11571322" y="5271392"/>
            <a:ext cx="323831"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10</a:t>
            </a:r>
          </a:p>
        </p:txBody>
      </p:sp>
      <p:sp>
        <p:nvSpPr>
          <p:cNvPr id="38" name="TextBox 38"/>
          <p:cNvSpPr txBox="1"/>
          <p:nvPr/>
        </p:nvSpPr>
        <p:spPr>
          <a:xfrm>
            <a:off x="11584267" y="6166742"/>
            <a:ext cx="29740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12</a:t>
            </a:r>
          </a:p>
        </p:txBody>
      </p:sp>
      <p:sp>
        <p:nvSpPr>
          <p:cNvPr id="39" name="TextBox 39"/>
          <p:cNvSpPr txBox="1"/>
          <p:nvPr/>
        </p:nvSpPr>
        <p:spPr>
          <a:xfrm>
            <a:off x="11584267" y="7062092"/>
            <a:ext cx="29740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15</a:t>
            </a:r>
          </a:p>
        </p:txBody>
      </p:sp>
      <p:sp>
        <p:nvSpPr>
          <p:cNvPr id="40" name="TextBox 40"/>
          <p:cNvSpPr txBox="1"/>
          <p:nvPr/>
        </p:nvSpPr>
        <p:spPr>
          <a:xfrm>
            <a:off x="11576675" y="7957442"/>
            <a:ext cx="312639"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18</a:t>
            </a:r>
          </a:p>
        </p:txBody>
      </p:sp>
      <p:sp>
        <p:nvSpPr>
          <p:cNvPr id="41" name="TextBox 41"/>
          <p:cNvSpPr txBox="1"/>
          <p:nvPr/>
        </p:nvSpPr>
        <p:spPr>
          <a:xfrm>
            <a:off x="11557625" y="8852792"/>
            <a:ext cx="351482"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20</a:t>
            </a:r>
          </a:p>
        </p:txBody>
      </p:sp>
      <p:sp>
        <p:nvSpPr>
          <p:cNvPr id="42" name="TextBox 42"/>
          <p:cNvSpPr txBox="1"/>
          <p:nvPr/>
        </p:nvSpPr>
        <p:spPr>
          <a:xfrm>
            <a:off x="11089272" y="4414142"/>
            <a:ext cx="1307001" cy="424472"/>
          </a:xfrm>
          <a:prstGeom prst="rect">
            <a:avLst/>
          </a:prstGeom>
        </p:spPr>
        <p:txBody>
          <a:bodyPr lIns="0" tIns="0" rIns="0" bIns="0" rtlCol="0" anchor="t">
            <a:spAutoFit/>
          </a:bodyPr>
          <a:lstStyle/>
          <a:p>
            <a:pPr algn="l">
              <a:lnSpc>
                <a:spcPts val="3358"/>
              </a:lnSpc>
            </a:pPr>
            <a:r>
              <a:rPr lang="en-US" sz="2399">
                <a:solidFill>
                  <a:srgbClr val="000000"/>
                </a:solidFill>
                <a:latin typeface="CAT Neuzeit"/>
                <a:ea typeface="CAT Neuzeit"/>
                <a:cs typeface="CAT Neuzeit"/>
                <a:sym typeface="CAT Neuzeit"/>
              </a:rPr>
              <a:t>Actual (y)</a:t>
            </a:r>
          </a:p>
        </p:txBody>
      </p:sp>
      <p:sp>
        <p:nvSpPr>
          <p:cNvPr id="43" name="TextBox 43"/>
          <p:cNvSpPr txBox="1"/>
          <p:nvPr/>
        </p:nvSpPr>
        <p:spPr>
          <a:xfrm>
            <a:off x="12829623" y="4214117"/>
            <a:ext cx="1360465" cy="834047"/>
          </a:xfrm>
          <a:prstGeom prst="rect">
            <a:avLst/>
          </a:prstGeom>
        </p:spPr>
        <p:txBody>
          <a:bodyPr lIns="0" tIns="0" rIns="0" bIns="0" rtlCol="0" anchor="t">
            <a:spAutoFit/>
          </a:bodyPr>
          <a:lstStyle/>
          <a:p>
            <a:pPr algn="ctr">
              <a:lnSpc>
                <a:spcPts val="3298"/>
              </a:lnSpc>
            </a:pPr>
            <a:r>
              <a:rPr lang="en-US" sz="2399">
                <a:solidFill>
                  <a:srgbClr val="000000"/>
                </a:solidFill>
                <a:latin typeface="CAT Neuzeit"/>
                <a:ea typeface="CAT Neuzeit"/>
                <a:cs typeface="CAT Neuzeit"/>
                <a:sym typeface="CAT Neuzeit"/>
              </a:rPr>
              <a:t>Predicted (y^)</a:t>
            </a:r>
          </a:p>
        </p:txBody>
      </p:sp>
      <p:sp>
        <p:nvSpPr>
          <p:cNvPr id="44" name="TextBox 44"/>
          <p:cNvSpPr txBox="1"/>
          <p:nvPr/>
        </p:nvSpPr>
        <p:spPr>
          <a:xfrm>
            <a:off x="13414810" y="5271392"/>
            <a:ext cx="166592"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9</a:t>
            </a:r>
          </a:p>
        </p:txBody>
      </p:sp>
      <p:sp>
        <p:nvSpPr>
          <p:cNvPr id="45" name="TextBox 45"/>
          <p:cNvSpPr txBox="1"/>
          <p:nvPr/>
        </p:nvSpPr>
        <p:spPr>
          <a:xfrm>
            <a:off x="13364356" y="6166742"/>
            <a:ext cx="269748"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11</a:t>
            </a:r>
          </a:p>
        </p:txBody>
      </p:sp>
      <p:sp>
        <p:nvSpPr>
          <p:cNvPr id="46" name="TextBox 46"/>
          <p:cNvSpPr txBox="1"/>
          <p:nvPr/>
        </p:nvSpPr>
        <p:spPr>
          <a:xfrm>
            <a:off x="13341439" y="7062092"/>
            <a:ext cx="316373"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14</a:t>
            </a:r>
          </a:p>
        </p:txBody>
      </p:sp>
      <p:sp>
        <p:nvSpPr>
          <p:cNvPr id="47" name="TextBox 47"/>
          <p:cNvSpPr txBox="1"/>
          <p:nvPr/>
        </p:nvSpPr>
        <p:spPr>
          <a:xfrm>
            <a:off x="13354383" y="7957442"/>
            <a:ext cx="289951"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17</a:t>
            </a:r>
          </a:p>
        </p:txBody>
      </p:sp>
      <p:sp>
        <p:nvSpPr>
          <p:cNvPr id="48" name="TextBox 48"/>
          <p:cNvSpPr txBox="1"/>
          <p:nvPr/>
        </p:nvSpPr>
        <p:spPr>
          <a:xfrm>
            <a:off x="13348735" y="8852792"/>
            <a:ext cx="301457"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19</a:t>
            </a:r>
          </a:p>
        </p:txBody>
      </p:sp>
      <p:sp>
        <p:nvSpPr>
          <p:cNvPr id="49" name="TextBox 49"/>
          <p:cNvSpPr txBox="1"/>
          <p:nvPr/>
        </p:nvSpPr>
        <p:spPr>
          <a:xfrm>
            <a:off x="14856514" y="4414142"/>
            <a:ext cx="825351" cy="424472"/>
          </a:xfrm>
          <a:prstGeom prst="rect">
            <a:avLst/>
          </a:prstGeom>
        </p:spPr>
        <p:txBody>
          <a:bodyPr lIns="0" tIns="0" rIns="0" bIns="0" rtlCol="0" anchor="t">
            <a:spAutoFit/>
          </a:bodyPr>
          <a:lstStyle/>
          <a:p>
            <a:pPr algn="l">
              <a:lnSpc>
                <a:spcPts val="3358"/>
              </a:lnSpc>
            </a:pPr>
            <a:r>
              <a:rPr lang="en-US" sz="2399">
                <a:solidFill>
                  <a:srgbClr val="000000"/>
                </a:solidFill>
                <a:latin typeface="CAT Neuzeit"/>
                <a:ea typeface="CAT Neuzeit"/>
                <a:cs typeface="CAT Neuzeit"/>
                <a:sym typeface="CAT Neuzeit"/>
              </a:rPr>
              <a:t>SS_tot</a:t>
            </a:r>
          </a:p>
        </p:txBody>
      </p:sp>
      <p:sp>
        <p:nvSpPr>
          <p:cNvPr id="50" name="TextBox 50"/>
          <p:cNvSpPr txBox="1"/>
          <p:nvPr/>
        </p:nvSpPr>
        <p:spPr>
          <a:xfrm>
            <a:off x="14674044" y="5271392"/>
            <a:ext cx="1197635"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(10-15)^2</a:t>
            </a:r>
          </a:p>
        </p:txBody>
      </p:sp>
      <p:sp>
        <p:nvSpPr>
          <p:cNvPr id="51" name="TextBox 51"/>
          <p:cNvSpPr txBox="1"/>
          <p:nvPr/>
        </p:nvSpPr>
        <p:spPr>
          <a:xfrm>
            <a:off x="14686998" y="6166742"/>
            <a:ext cx="1171223"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(12-15)^2</a:t>
            </a:r>
          </a:p>
        </p:txBody>
      </p:sp>
      <p:sp>
        <p:nvSpPr>
          <p:cNvPr id="52" name="TextBox 52"/>
          <p:cNvSpPr txBox="1"/>
          <p:nvPr/>
        </p:nvSpPr>
        <p:spPr>
          <a:xfrm>
            <a:off x="14686998" y="7062092"/>
            <a:ext cx="1171223"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(15-15)^2</a:t>
            </a:r>
          </a:p>
        </p:txBody>
      </p:sp>
      <p:sp>
        <p:nvSpPr>
          <p:cNvPr id="53" name="TextBox 53"/>
          <p:cNvSpPr txBox="1"/>
          <p:nvPr/>
        </p:nvSpPr>
        <p:spPr>
          <a:xfrm>
            <a:off x="14679549" y="7957442"/>
            <a:ext cx="1186444"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(18-15)^2</a:t>
            </a:r>
          </a:p>
        </p:txBody>
      </p:sp>
      <p:sp>
        <p:nvSpPr>
          <p:cNvPr id="54" name="TextBox 54"/>
          <p:cNvSpPr txBox="1"/>
          <p:nvPr/>
        </p:nvSpPr>
        <p:spPr>
          <a:xfrm>
            <a:off x="14660499" y="8852792"/>
            <a:ext cx="1225296"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(20-15)^2</a:t>
            </a:r>
          </a:p>
        </p:txBody>
      </p:sp>
      <p:sp>
        <p:nvSpPr>
          <p:cNvPr id="55" name="TextBox 55"/>
          <p:cNvSpPr txBox="1"/>
          <p:nvPr/>
        </p:nvSpPr>
        <p:spPr>
          <a:xfrm>
            <a:off x="16600561" y="4414142"/>
            <a:ext cx="889064" cy="424472"/>
          </a:xfrm>
          <a:prstGeom prst="rect">
            <a:avLst/>
          </a:prstGeom>
        </p:spPr>
        <p:txBody>
          <a:bodyPr lIns="0" tIns="0" rIns="0" bIns="0" rtlCol="0" anchor="t">
            <a:spAutoFit/>
          </a:bodyPr>
          <a:lstStyle/>
          <a:p>
            <a:pPr algn="l">
              <a:lnSpc>
                <a:spcPts val="3358"/>
              </a:lnSpc>
            </a:pPr>
            <a:r>
              <a:rPr lang="en-US" sz="2399">
                <a:solidFill>
                  <a:srgbClr val="000000"/>
                </a:solidFill>
                <a:latin typeface="CAT Neuzeit"/>
                <a:ea typeface="CAT Neuzeit"/>
                <a:cs typeface="CAT Neuzeit"/>
                <a:sym typeface="CAT Neuzeit"/>
              </a:rPr>
              <a:t>SS_res</a:t>
            </a:r>
          </a:p>
        </p:txBody>
      </p:sp>
      <p:sp>
        <p:nvSpPr>
          <p:cNvPr id="56" name="TextBox 56"/>
          <p:cNvSpPr txBox="1"/>
          <p:nvPr/>
        </p:nvSpPr>
        <p:spPr>
          <a:xfrm>
            <a:off x="16513493" y="5271392"/>
            <a:ext cx="1066810"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(10-9)^2</a:t>
            </a:r>
          </a:p>
        </p:txBody>
      </p:sp>
      <p:sp>
        <p:nvSpPr>
          <p:cNvPr id="57" name="TextBox 57"/>
          <p:cNvSpPr txBox="1"/>
          <p:nvPr/>
        </p:nvSpPr>
        <p:spPr>
          <a:xfrm>
            <a:off x="16475840" y="6166742"/>
            <a:ext cx="1143562"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(12-11)^2</a:t>
            </a:r>
          </a:p>
        </p:txBody>
      </p:sp>
      <p:sp>
        <p:nvSpPr>
          <p:cNvPr id="58" name="TextBox 58"/>
          <p:cNvSpPr txBox="1"/>
          <p:nvPr/>
        </p:nvSpPr>
        <p:spPr>
          <a:xfrm>
            <a:off x="16453066" y="7062092"/>
            <a:ext cx="1190177"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(15-14)^2</a:t>
            </a:r>
          </a:p>
        </p:txBody>
      </p:sp>
      <p:sp>
        <p:nvSpPr>
          <p:cNvPr id="59" name="TextBox 59"/>
          <p:cNvSpPr txBox="1"/>
          <p:nvPr/>
        </p:nvSpPr>
        <p:spPr>
          <a:xfrm>
            <a:off x="16458428" y="7957442"/>
            <a:ext cx="1178995"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(18-17)^2</a:t>
            </a:r>
          </a:p>
        </p:txBody>
      </p:sp>
      <p:sp>
        <p:nvSpPr>
          <p:cNvPr id="60" name="TextBox 60"/>
          <p:cNvSpPr txBox="1"/>
          <p:nvPr/>
        </p:nvSpPr>
        <p:spPr>
          <a:xfrm>
            <a:off x="16433873" y="8852792"/>
            <a:ext cx="1229335" cy="672122"/>
          </a:xfrm>
          <a:prstGeom prst="rect">
            <a:avLst/>
          </a:prstGeom>
        </p:spPr>
        <p:txBody>
          <a:bodyPr lIns="0" tIns="0" rIns="0" bIns="0" rtlCol="0" anchor="t">
            <a:spAutoFit/>
          </a:bodyPr>
          <a:lstStyle/>
          <a:p>
            <a:pPr algn="l">
              <a:lnSpc>
                <a:spcPts val="5998"/>
              </a:lnSpc>
            </a:pPr>
            <a:r>
              <a:rPr lang="en-US" sz="2399">
                <a:solidFill>
                  <a:srgbClr val="000000"/>
                </a:solidFill>
                <a:latin typeface="CAT Neuzeit"/>
                <a:ea typeface="CAT Neuzeit"/>
                <a:cs typeface="CAT Neuzeit"/>
                <a:sym typeface="CAT Neuzeit"/>
              </a:rPr>
              <a:t>(20-19)^2</a:t>
            </a:r>
          </a:p>
        </p:txBody>
      </p:sp>
      <p:sp>
        <p:nvSpPr>
          <p:cNvPr id="61" name="TextBox 61"/>
          <p:cNvSpPr txBox="1"/>
          <p:nvPr/>
        </p:nvSpPr>
        <p:spPr>
          <a:xfrm>
            <a:off x="4887077" y="5346144"/>
            <a:ext cx="4909737" cy="774887"/>
          </a:xfrm>
          <a:prstGeom prst="rect">
            <a:avLst/>
          </a:prstGeom>
        </p:spPr>
        <p:txBody>
          <a:bodyPr lIns="0" tIns="0" rIns="0" bIns="0" rtlCol="0" anchor="t">
            <a:spAutoFit/>
          </a:bodyPr>
          <a:lstStyle/>
          <a:p>
            <a:pPr algn="l">
              <a:lnSpc>
                <a:spcPts val="5774"/>
              </a:lnSpc>
            </a:pPr>
            <a:r>
              <a:rPr lang="en-US" sz="4125">
                <a:solidFill>
                  <a:srgbClr val="4D6259"/>
                </a:solidFill>
                <a:latin typeface="Mukta Mahee"/>
                <a:ea typeface="Mukta Mahee"/>
                <a:cs typeface="Mukta Mahee"/>
                <a:sym typeface="Mukta Mahee"/>
              </a:rPr>
              <a:t>SS_tot = 25+9+0+9+25 </a:t>
            </a:r>
          </a:p>
        </p:txBody>
      </p:sp>
      <p:sp>
        <p:nvSpPr>
          <p:cNvPr id="62" name="TextBox 62"/>
          <p:cNvSpPr txBox="1"/>
          <p:nvPr/>
        </p:nvSpPr>
        <p:spPr>
          <a:xfrm>
            <a:off x="6399019" y="6079569"/>
            <a:ext cx="890302" cy="829894"/>
          </a:xfrm>
          <a:prstGeom prst="rect">
            <a:avLst/>
          </a:prstGeom>
        </p:spPr>
        <p:txBody>
          <a:bodyPr lIns="0" tIns="0" rIns="0" bIns="0" rtlCol="0" anchor="t">
            <a:spAutoFit/>
          </a:bodyPr>
          <a:lstStyle/>
          <a:p>
            <a:pPr algn="l">
              <a:lnSpc>
                <a:spcPts val="5774"/>
              </a:lnSpc>
            </a:pPr>
            <a:r>
              <a:rPr lang="en-US" sz="4125">
                <a:solidFill>
                  <a:srgbClr val="4D6259"/>
                </a:solidFill>
                <a:latin typeface="Mukta Mahee"/>
                <a:ea typeface="Mukta Mahee"/>
                <a:cs typeface="Mukta Mahee"/>
                <a:sym typeface="Mukta Mahee"/>
              </a:rPr>
              <a:t>= </a:t>
            </a:r>
            <a:r>
              <a:rPr lang="en-US" sz="4125" b="1">
                <a:solidFill>
                  <a:srgbClr val="4D6259"/>
                </a:solidFill>
                <a:latin typeface="Mukta Mahee Bold"/>
                <a:ea typeface="Mukta Mahee Bold"/>
                <a:cs typeface="Mukta Mahee Bold"/>
                <a:sym typeface="Mukta Mahee Bold"/>
              </a:rPr>
              <a:t>68</a:t>
            </a:r>
          </a:p>
        </p:txBody>
      </p:sp>
      <p:sp>
        <p:nvSpPr>
          <p:cNvPr id="63" name="TextBox 63"/>
          <p:cNvSpPr txBox="1"/>
          <p:nvPr/>
        </p:nvSpPr>
        <p:spPr>
          <a:xfrm>
            <a:off x="4887077" y="6812994"/>
            <a:ext cx="4030637" cy="774887"/>
          </a:xfrm>
          <a:prstGeom prst="rect">
            <a:avLst/>
          </a:prstGeom>
        </p:spPr>
        <p:txBody>
          <a:bodyPr lIns="0" tIns="0" rIns="0" bIns="0" rtlCol="0" anchor="t">
            <a:spAutoFit/>
          </a:bodyPr>
          <a:lstStyle/>
          <a:p>
            <a:pPr algn="l">
              <a:lnSpc>
                <a:spcPts val="5774"/>
              </a:lnSpc>
            </a:pPr>
            <a:r>
              <a:rPr lang="en-US" sz="4125">
                <a:solidFill>
                  <a:srgbClr val="4D6259"/>
                </a:solidFill>
                <a:latin typeface="Mukta Mahee"/>
                <a:ea typeface="Mukta Mahee"/>
                <a:cs typeface="Mukta Mahee"/>
                <a:sym typeface="Mukta Mahee"/>
              </a:rPr>
              <a:t>SS_res = 1+1+1+1+1 </a:t>
            </a:r>
          </a:p>
        </p:txBody>
      </p:sp>
      <p:sp>
        <p:nvSpPr>
          <p:cNvPr id="64" name="TextBox 64"/>
          <p:cNvSpPr txBox="1"/>
          <p:nvPr/>
        </p:nvSpPr>
        <p:spPr>
          <a:xfrm>
            <a:off x="6399019" y="7546419"/>
            <a:ext cx="618315" cy="829894"/>
          </a:xfrm>
          <a:prstGeom prst="rect">
            <a:avLst/>
          </a:prstGeom>
        </p:spPr>
        <p:txBody>
          <a:bodyPr lIns="0" tIns="0" rIns="0" bIns="0" rtlCol="0" anchor="t">
            <a:spAutoFit/>
          </a:bodyPr>
          <a:lstStyle/>
          <a:p>
            <a:pPr algn="l">
              <a:lnSpc>
                <a:spcPts val="5774"/>
              </a:lnSpc>
            </a:pPr>
            <a:r>
              <a:rPr lang="en-US" sz="4125">
                <a:solidFill>
                  <a:srgbClr val="4D6259"/>
                </a:solidFill>
                <a:latin typeface="Mukta Mahee"/>
                <a:ea typeface="Mukta Mahee"/>
                <a:cs typeface="Mukta Mahee"/>
                <a:sym typeface="Mukta Mahee"/>
              </a:rPr>
              <a:t>= </a:t>
            </a:r>
            <a:r>
              <a:rPr lang="en-US" sz="4125" b="1">
                <a:solidFill>
                  <a:srgbClr val="4D6259"/>
                </a:solidFill>
                <a:latin typeface="Mukta Mahee Bold"/>
                <a:ea typeface="Mukta Mahee Bold"/>
                <a:cs typeface="Mukta Mahee Bold"/>
                <a:sym typeface="Mukta Mahee Bold"/>
              </a:rPr>
              <a:t>5</a:t>
            </a:r>
          </a:p>
        </p:txBody>
      </p:sp>
      <p:sp>
        <p:nvSpPr>
          <p:cNvPr id="65" name="TextBox 65"/>
          <p:cNvSpPr txBox="1"/>
          <p:nvPr/>
        </p:nvSpPr>
        <p:spPr>
          <a:xfrm>
            <a:off x="4887077" y="8279844"/>
            <a:ext cx="549754" cy="1508312"/>
          </a:xfrm>
          <a:prstGeom prst="rect">
            <a:avLst/>
          </a:prstGeom>
        </p:spPr>
        <p:txBody>
          <a:bodyPr lIns="0" tIns="0" rIns="0" bIns="0" rtlCol="0" anchor="t">
            <a:spAutoFit/>
          </a:bodyPr>
          <a:lstStyle/>
          <a:p>
            <a:pPr algn="l">
              <a:lnSpc>
                <a:spcPts val="5774"/>
              </a:lnSpc>
            </a:pPr>
            <a:r>
              <a:rPr lang="en-US" sz="4125">
                <a:solidFill>
                  <a:srgbClr val="4D6259"/>
                </a:solidFill>
                <a:latin typeface="Mukta Mahee"/>
                <a:ea typeface="Mukta Mahee"/>
                <a:cs typeface="Mukta Mahee"/>
                <a:sym typeface="Mukta Mahee"/>
              </a:rPr>
              <a:t>R2 </a:t>
            </a:r>
          </a:p>
          <a:p>
            <a:pPr algn="l">
              <a:lnSpc>
                <a:spcPts val="5774"/>
              </a:lnSpc>
            </a:pPr>
            <a:r>
              <a:rPr lang="en-US" sz="4125">
                <a:solidFill>
                  <a:srgbClr val="4D6259"/>
                </a:solidFill>
                <a:latin typeface="Mukta Mahee"/>
                <a:ea typeface="Mukta Mahee"/>
                <a:cs typeface="Mukta Mahee"/>
                <a:sym typeface="Mukta Mahee"/>
              </a:rPr>
              <a:t> </a:t>
            </a:r>
          </a:p>
        </p:txBody>
      </p:sp>
      <p:sp>
        <p:nvSpPr>
          <p:cNvPr id="66" name="TextBox 66"/>
          <p:cNvSpPr txBox="1"/>
          <p:nvPr/>
        </p:nvSpPr>
        <p:spPr>
          <a:xfrm>
            <a:off x="6356461" y="8279844"/>
            <a:ext cx="4338409" cy="774887"/>
          </a:xfrm>
          <a:prstGeom prst="rect">
            <a:avLst/>
          </a:prstGeom>
        </p:spPr>
        <p:txBody>
          <a:bodyPr lIns="0" tIns="0" rIns="0" bIns="0" rtlCol="0" anchor="t">
            <a:spAutoFit/>
          </a:bodyPr>
          <a:lstStyle/>
          <a:p>
            <a:pPr algn="l">
              <a:lnSpc>
                <a:spcPts val="5774"/>
              </a:lnSpc>
            </a:pPr>
            <a:r>
              <a:rPr lang="en-US" sz="4125">
                <a:solidFill>
                  <a:srgbClr val="4D6259"/>
                </a:solidFill>
                <a:latin typeface="Mukta Mahee"/>
                <a:ea typeface="Mukta Mahee"/>
                <a:cs typeface="Mukta Mahee"/>
                <a:sym typeface="Mukta Mahee"/>
              </a:rPr>
              <a:t>= 1 - 5/68 = 1 - 0.0735</a:t>
            </a:r>
          </a:p>
        </p:txBody>
      </p:sp>
      <p:sp>
        <p:nvSpPr>
          <p:cNvPr id="67" name="TextBox 67"/>
          <p:cNvSpPr txBox="1"/>
          <p:nvPr/>
        </p:nvSpPr>
        <p:spPr>
          <a:xfrm>
            <a:off x="6399019" y="9013269"/>
            <a:ext cx="1572663" cy="829894"/>
          </a:xfrm>
          <a:prstGeom prst="rect">
            <a:avLst/>
          </a:prstGeom>
        </p:spPr>
        <p:txBody>
          <a:bodyPr lIns="0" tIns="0" rIns="0" bIns="0" rtlCol="0" anchor="t">
            <a:spAutoFit/>
          </a:bodyPr>
          <a:lstStyle/>
          <a:p>
            <a:pPr algn="l">
              <a:lnSpc>
                <a:spcPts val="5774"/>
              </a:lnSpc>
            </a:pPr>
            <a:r>
              <a:rPr lang="en-US" sz="4125">
                <a:solidFill>
                  <a:srgbClr val="4D6259"/>
                </a:solidFill>
                <a:latin typeface="Mukta Mahee"/>
                <a:ea typeface="Mukta Mahee"/>
                <a:cs typeface="Mukta Mahee"/>
                <a:sym typeface="Mukta Mahee"/>
              </a:rPr>
              <a:t>= </a:t>
            </a:r>
            <a:r>
              <a:rPr lang="en-US" sz="4125" b="1">
                <a:solidFill>
                  <a:srgbClr val="4D6259"/>
                </a:solidFill>
                <a:latin typeface="Mukta Mahee Bold"/>
                <a:ea typeface="Mukta Mahee Bold"/>
                <a:cs typeface="Mukta Mahee Bold"/>
                <a:sym typeface="Mukta Mahee Bold"/>
              </a:rPr>
              <a:t>0.926</a:t>
            </a:r>
          </a:p>
        </p:txBody>
      </p:sp>
      <p:sp>
        <p:nvSpPr>
          <p:cNvPr id="68" name="TextBox 68"/>
          <p:cNvSpPr txBox="1"/>
          <p:nvPr/>
        </p:nvSpPr>
        <p:spPr>
          <a:xfrm>
            <a:off x="5143262" y="430216"/>
            <a:ext cx="8623392" cy="1508312"/>
          </a:xfrm>
          <a:prstGeom prst="rect">
            <a:avLst/>
          </a:prstGeom>
        </p:spPr>
        <p:txBody>
          <a:bodyPr lIns="0" tIns="0" rIns="0" bIns="0" rtlCol="0" anchor="t">
            <a:spAutoFit/>
          </a:bodyPr>
          <a:lstStyle/>
          <a:p>
            <a:pPr algn="l">
              <a:lnSpc>
                <a:spcPts val="5774"/>
              </a:lnSpc>
            </a:pPr>
            <a:r>
              <a:rPr lang="en-US" sz="4125">
                <a:solidFill>
                  <a:srgbClr val="4D6259"/>
                </a:solidFill>
                <a:latin typeface="Mukta Mahee"/>
                <a:ea typeface="Mukta Mahee"/>
                <a:cs typeface="Mukta Mahee"/>
                <a:sym typeface="Mukta Mahee"/>
              </a:rPr>
              <a:t>Step 1: Calculate Mean of Actual values y_mean = 10+12+15+18+20/5 </a:t>
            </a:r>
          </a:p>
        </p:txBody>
      </p:sp>
      <p:sp>
        <p:nvSpPr>
          <p:cNvPr id="69" name="TextBox 69"/>
          <p:cNvSpPr txBox="1"/>
          <p:nvPr/>
        </p:nvSpPr>
        <p:spPr>
          <a:xfrm>
            <a:off x="6887832" y="1897066"/>
            <a:ext cx="2240090" cy="829894"/>
          </a:xfrm>
          <a:prstGeom prst="rect">
            <a:avLst/>
          </a:prstGeom>
        </p:spPr>
        <p:txBody>
          <a:bodyPr lIns="0" tIns="0" rIns="0" bIns="0" rtlCol="0" anchor="t">
            <a:spAutoFit/>
          </a:bodyPr>
          <a:lstStyle/>
          <a:p>
            <a:pPr algn="l">
              <a:lnSpc>
                <a:spcPts val="5774"/>
              </a:lnSpc>
            </a:pPr>
            <a:r>
              <a:rPr lang="en-US" sz="4125">
                <a:solidFill>
                  <a:srgbClr val="4D6259"/>
                </a:solidFill>
                <a:latin typeface="Mukta Mahee"/>
                <a:ea typeface="Mukta Mahee"/>
                <a:cs typeface="Mukta Mahee"/>
                <a:sym typeface="Mukta Mahee"/>
              </a:rPr>
              <a:t>= 75/5 = </a:t>
            </a:r>
            <a:r>
              <a:rPr lang="en-US" sz="4125" b="1">
                <a:solidFill>
                  <a:srgbClr val="4D6259"/>
                </a:solidFill>
                <a:latin typeface="Mukta Mahee Bold"/>
                <a:ea typeface="Mukta Mahee Bold"/>
                <a:cs typeface="Mukta Mahee Bold"/>
                <a:sym typeface="Mukta Mahee Bold"/>
              </a:rPr>
              <a:t>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EEE8"/>
        </a:solidFill>
        <a:effectLst/>
      </p:bgPr>
    </p:bg>
    <p:spTree>
      <p:nvGrpSpPr>
        <p:cNvPr id="1" name=""/>
        <p:cNvGrpSpPr/>
        <p:nvPr/>
      </p:nvGrpSpPr>
      <p:grpSpPr>
        <a:xfrm>
          <a:off x="0" y="0"/>
          <a:ext cx="0" cy="0"/>
          <a:chOff x="0" y="0"/>
          <a:chExt cx="0" cy="0"/>
        </a:xfrm>
      </p:grpSpPr>
      <p:sp>
        <p:nvSpPr>
          <p:cNvPr id="2" name="Freeform 2"/>
          <p:cNvSpPr/>
          <p:nvPr/>
        </p:nvSpPr>
        <p:spPr>
          <a:xfrm>
            <a:off x="-2567045" y="-3466748"/>
            <a:ext cx="10185292" cy="6019724"/>
          </a:xfrm>
          <a:custGeom>
            <a:avLst/>
            <a:gdLst/>
            <a:ahLst/>
            <a:cxnLst/>
            <a:rect l="l" t="t" r="r" b="b"/>
            <a:pathLst>
              <a:path w="10185292" h="6019724">
                <a:moveTo>
                  <a:pt x="0" y="0"/>
                </a:moveTo>
                <a:lnTo>
                  <a:pt x="10185292" y="0"/>
                </a:lnTo>
                <a:lnTo>
                  <a:pt x="10185292" y="6019724"/>
                </a:lnTo>
                <a:lnTo>
                  <a:pt x="0" y="60197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680790" y="6889861"/>
            <a:ext cx="3517735" cy="5291318"/>
          </a:xfrm>
          <a:custGeom>
            <a:avLst/>
            <a:gdLst/>
            <a:ahLst/>
            <a:cxnLst/>
            <a:rect l="l" t="t" r="r" b="b"/>
            <a:pathLst>
              <a:path w="3517735" h="5291318">
                <a:moveTo>
                  <a:pt x="0" y="0"/>
                </a:moveTo>
                <a:lnTo>
                  <a:pt x="3517735" y="0"/>
                </a:lnTo>
                <a:lnTo>
                  <a:pt x="3517735" y="5291319"/>
                </a:lnTo>
                <a:lnTo>
                  <a:pt x="0" y="52913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891647" y="7955909"/>
            <a:ext cx="10185292" cy="6019724"/>
          </a:xfrm>
          <a:custGeom>
            <a:avLst/>
            <a:gdLst/>
            <a:ahLst/>
            <a:cxnLst/>
            <a:rect l="l" t="t" r="r" b="b"/>
            <a:pathLst>
              <a:path w="10185292" h="6019724">
                <a:moveTo>
                  <a:pt x="0" y="0"/>
                </a:moveTo>
                <a:lnTo>
                  <a:pt x="10185292" y="0"/>
                </a:lnTo>
                <a:lnTo>
                  <a:pt x="10185292" y="6019723"/>
                </a:lnTo>
                <a:lnTo>
                  <a:pt x="0" y="60197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5450969" y="-63503"/>
            <a:ext cx="2900524" cy="3456927"/>
          </a:xfrm>
          <a:custGeom>
            <a:avLst/>
            <a:gdLst/>
            <a:ahLst/>
            <a:cxnLst/>
            <a:rect l="l" t="t" r="r" b="b"/>
            <a:pathLst>
              <a:path w="2900524" h="3456927">
                <a:moveTo>
                  <a:pt x="0" y="0"/>
                </a:moveTo>
                <a:lnTo>
                  <a:pt x="2900525" y="0"/>
                </a:lnTo>
                <a:lnTo>
                  <a:pt x="2900525" y="3456927"/>
                </a:lnTo>
                <a:lnTo>
                  <a:pt x="0" y="345692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4866084" y="528942"/>
            <a:ext cx="11134725" cy="6038850"/>
          </a:xfrm>
          <a:custGeom>
            <a:avLst/>
            <a:gdLst/>
            <a:ahLst/>
            <a:cxnLst/>
            <a:rect l="l" t="t" r="r" b="b"/>
            <a:pathLst>
              <a:path w="11134725" h="6038850">
                <a:moveTo>
                  <a:pt x="0" y="0"/>
                </a:moveTo>
                <a:lnTo>
                  <a:pt x="11134725" y="0"/>
                </a:lnTo>
                <a:lnTo>
                  <a:pt x="11134725" y="6038850"/>
                </a:lnTo>
                <a:lnTo>
                  <a:pt x="0" y="6038850"/>
                </a:lnTo>
                <a:lnTo>
                  <a:pt x="0" y="0"/>
                </a:lnTo>
                <a:close/>
              </a:path>
            </a:pathLst>
          </a:custGeom>
          <a:blipFill>
            <a:blip r:embed="rId10"/>
            <a:stretch>
              <a:fillRect/>
            </a:stretch>
          </a:blipFill>
        </p:spPr>
      </p:sp>
      <p:grpSp>
        <p:nvGrpSpPr>
          <p:cNvPr id="7" name="Group 7"/>
          <p:cNvGrpSpPr>
            <a:grpSpLocks noChangeAspect="1"/>
          </p:cNvGrpSpPr>
          <p:nvPr/>
        </p:nvGrpSpPr>
        <p:grpSpPr>
          <a:xfrm>
            <a:off x="0" y="0"/>
            <a:ext cx="8319668" cy="4171112"/>
            <a:chOff x="0" y="0"/>
            <a:chExt cx="8319668" cy="4171112"/>
          </a:xfrm>
        </p:grpSpPr>
        <p:sp>
          <p:nvSpPr>
            <p:cNvPr id="8" name="Freeform 8"/>
            <p:cNvSpPr/>
            <p:nvPr/>
          </p:nvSpPr>
          <p:spPr>
            <a:xfrm>
              <a:off x="0" y="0"/>
              <a:ext cx="8319643" cy="4171061"/>
            </a:xfrm>
            <a:custGeom>
              <a:avLst/>
              <a:gdLst/>
              <a:ahLst/>
              <a:cxnLst/>
              <a:rect l="l" t="t" r="r" b="b"/>
              <a:pathLst>
                <a:path w="8319643" h="4171061">
                  <a:moveTo>
                    <a:pt x="0" y="0"/>
                  </a:moveTo>
                  <a:lnTo>
                    <a:pt x="0" y="4171061"/>
                  </a:lnTo>
                  <a:lnTo>
                    <a:pt x="8319643" y="4171061"/>
                  </a:lnTo>
                  <a:lnTo>
                    <a:pt x="8319643" y="0"/>
                  </a:lnTo>
                  <a:close/>
                </a:path>
              </a:pathLst>
            </a:custGeom>
            <a:solidFill>
              <a:srgbClr val="000000">
                <a:alpha val="0"/>
              </a:srgbClr>
            </a:solidFill>
          </p:spPr>
        </p:sp>
      </p:grpSp>
      <p:grpSp>
        <p:nvGrpSpPr>
          <p:cNvPr id="9" name="Group 9"/>
          <p:cNvGrpSpPr>
            <a:grpSpLocks noChangeAspect="1"/>
          </p:cNvGrpSpPr>
          <p:nvPr/>
        </p:nvGrpSpPr>
        <p:grpSpPr>
          <a:xfrm>
            <a:off x="-63503" y="6889861"/>
            <a:ext cx="3261817" cy="3460642"/>
            <a:chOff x="0" y="0"/>
            <a:chExt cx="3261817" cy="3460636"/>
          </a:xfrm>
        </p:grpSpPr>
        <p:sp>
          <p:nvSpPr>
            <p:cNvPr id="10" name="Freeform 10"/>
            <p:cNvSpPr/>
            <p:nvPr/>
          </p:nvSpPr>
          <p:spPr>
            <a:xfrm>
              <a:off x="627634" y="63500"/>
              <a:ext cx="2213991" cy="2842133"/>
            </a:xfrm>
            <a:custGeom>
              <a:avLst/>
              <a:gdLst/>
              <a:ahLst/>
              <a:cxnLst/>
              <a:rect l="l" t="t" r="r" b="b"/>
              <a:pathLst>
                <a:path w="2213991" h="2842133">
                  <a:moveTo>
                    <a:pt x="0" y="2842133"/>
                  </a:moveTo>
                  <a:lnTo>
                    <a:pt x="2213991" y="2842133"/>
                  </a:lnTo>
                  <a:lnTo>
                    <a:pt x="2213991" y="0"/>
                  </a:lnTo>
                  <a:lnTo>
                    <a:pt x="0" y="0"/>
                  </a:lnTo>
                  <a:close/>
                </a:path>
              </a:pathLst>
            </a:custGeom>
            <a:solidFill>
              <a:srgbClr val="000000">
                <a:alpha val="0"/>
              </a:srgbClr>
            </a:solidFill>
          </p:spPr>
        </p:sp>
        <p:sp>
          <p:nvSpPr>
            <p:cNvPr id="11" name="Freeform 11"/>
            <p:cNvSpPr/>
            <p:nvPr/>
          </p:nvSpPr>
          <p:spPr>
            <a:xfrm>
              <a:off x="63500" y="687832"/>
              <a:ext cx="3134868" cy="2709291"/>
            </a:xfrm>
            <a:custGeom>
              <a:avLst/>
              <a:gdLst/>
              <a:ahLst/>
              <a:cxnLst/>
              <a:rect l="l" t="t" r="r" b="b"/>
              <a:pathLst>
                <a:path w="3134868" h="2709291">
                  <a:moveTo>
                    <a:pt x="0" y="0"/>
                  </a:moveTo>
                  <a:lnTo>
                    <a:pt x="0" y="2709291"/>
                  </a:lnTo>
                  <a:lnTo>
                    <a:pt x="3134868" y="2709291"/>
                  </a:lnTo>
                  <a:lnTo>
                    <a:pt x="3134868" y="0"/>
                  </a:lnTo>
                  <a:close/>
                </a:path>
              </a:pathLst>
            </a:custGeom>
            <a:solidFill>
              <a:srgbClr val="000000">
                <a:alpha val="0"/>
              </a:srgbClr>
            </a:solidFill>
          </p:spPr>
        </p:sp>
      </p:grpSp>
      <p:grpSp>
        <p:nvGrpSpPr>
          <p:cNvPr id="12" name="Group 12"/>
          <p:cNvGrpSpPr>
            <a:grpSpLocks noChangeAspect="1"/>
          </p:cNvGrpSpPr>
          <p:nvPr/>
        </p:nvGrpSpPr>
        <p:grpSpPr>
          <a:xfrm>
            <a:off x="10190255" y="6337840"/>
            <a:ext cx="8097745" cy="3949160"/>
            <a:chOff x="0" y="0"/>
            <a:chExt cx="8097749" cy="3949154"/>
          </a:xfrm>
        </p:grpSpPr>
        <p:sp>
          <p:nvSpPr>
            <p:cNvPr id="13" name="Freeform 13"/>
            <p:cNvSpPr/>
            <p:nvPr/>
          </p:nvSpPr>
          <p:spPr>
            <a:xfrm>
              <a:off x="0" y="0"/>
              <a:ext cx="8097774" cy="3949192"/>
            </a:xfrm>
            <a:custGeom>
              <a:avLst/>
              <a:gdLst/>
              <a:ahLst/>
              <a:cxnLst/>
              <a:rect l="l" t="t" r="r" b="b"/>
              <a:pathLst>
                <a:path w="8097774" h="3949192">
                  <a:moveTo>
                    <a:pt x="0" y="0"/>
                  </a:moveTo>
                  <a:lnTo>
                    <a:pt x="0" y="3949192"/>
                  </a:lnTo>
                  <a:lnTo>
                    <a:pt x="8097774" y="3949192"/>
                  </a:lnTo>
                  <a:lnTo>
                    <a:pt x="8097774" y="0"/>
                  </a:lnTo>
                  <a:close/>
                </a:path>
              </a:pathLst>
            </a:custGeom>
            <a:solidFill>
              <a:srgbClr val="000000">
                <a:alpha val="0"/>
              </a:srgbClr>
            </a:solidFill>
          </p:spPr>
        </p:sp>
      </p:grpSp>
      <p:sp>
        <p:nvSpPr>
          <p:cNvPr id="14" name="TextBox 14"/>
          <p:cNvSpPr txBox="1"/>
          <p:nvPr/>
        </p:nvSpPr>
        <p:spPr>
          <a:xfrm>
            <a:off x="1671161" y="7515415"/>
            <a:ext cx="534352" cy="345281"/>
          </a:xfrm>
          <a:prstGeom prst="rect">
            <a:avLst/>
          </a:prstGeom>
        </p:spPr>
        <p:txBody>
          <a:bodyPr lIns="0" tIns="0" rIns="0" bIns="0" rtlCol="0" anchor="t">
            <a:spAutoFit/>
          </a:bodyPr>
          <a:lstStyle/>
          <a:p>
            <a:pPr algn="l">
              <a:lnSpc>
                <a:spcPts val="2062"/>
              </a:lnSpc>
            </a:pPr>
            <a:r>
              <a:rPr lang="en-US" sz="4125">
                <a:solidFill>
                  <a:srgbClr val="000000"/>
                </a:solidFill>
                <a:latin typeface="Arimo"/>
                <a:ea typeface="Arimo"/>
                <a:cs typeface="Arimo"/>
                <a:sym typeface="Arimo"/>
              </a:rPr>
              <a:t>✅</a:t>
            </a:r>
          </a:p>
        </p:txBody>
      </p:sp>
      <p:sp>
        <p:nvSpPr>
          <p:cNvPr id="15" name="TextBox 15"/>
          <p:cNvSpPr txBox="1"/>
          <p:nvPr/>
        </p:nvSpPr>
        <p:spPr>
          <a:xfrm>
            <a:off x="2195036" y="7526122"/>
            <a:ext cx="118624" cy="422462"/>
          </a:xfrm>
          <a:prstGeom prst="rect">
            <a:avLst/>
          </a:prstGeom>
        </p:spPr>
        <p:txBody>
          <a:bodyPr lIns="0" tIns="0" rIns="0" bIns="0" rtlCol="0" anchor="t">
            <a:spAutoFit/>
          </a:bodyPr>
          <a:lstStyle/>
          <a:p>
            <a:pPr algn="l">
              <a:lnSpc>
                <a:spcPts val="2062"/>
              </a:lnSpc>
            </a:pPr>
            <a:r>
              <a:rPr lang="en-US" sz="4125">
                <a:solidFill>
                  <a:srgbClr val="000000"/>
                </a:solidFill>
                <a:latin typeface="Mukta Mahee"/>
                <a:ea typeface="Mukta Mahee"/>
                <a:cs typeface="Mukta Mahee"/>
                <a:sym typeface="Mukta Mahee"/>
              </a:rPr>
              <a:t> </a:t>
            </a:r>
          </a:p>
        </p:txBody>
      </p:sp>
      <p:sp>
        <p:nvSpPr>
          <p:cNvPr id="16" name="TextBox 16"/>
          <p:cNvSpPr txBox="1"/>
          <p:nvPr/>
        </p:nvSpPr>
        <p:spPr>
          <a:xfrm>
            <a:off x="1787547" y="7543991"/>
            <a:ext cx="534352" cy="1050131"/>
          </a:xfrm>
          <a:prstGeom prst="rect">
            <a:avLst/>
          </a:prstGeom>
        </p:spPr>
        <p:txBody>
          <a:bodyPr lIns="0" tIns="0" rIns="0" bIns="0" rtlCol="0" anchor="t">
            <a:spAutoFit/>
          </a:bodyPr>
          <a:lstStyle/>
          <a:p>
            <a:pPr algn="l">
              <a:lnSpc>
                <a:spcPts val="9487"/>
              </a:lnSpc>
            </a:pPr>
            <a:r>
              <a:rPr lang="en-US" sz="4125">
                <a:solidFill>
                  <a:srgbClr val="000000"/>
                </a:solidFill>
                <a:latin typeface="Arimo"/>
                <a:ea typeface="Arimo"/>
                <a:cs typeface="Arimo"/>
                <a:sym typeface="Arimo"/>
              </a:rPr>
              <a:t>🚫</a:t>
            </a:r>
          </a:p>
        </p:txBody>
      </p:sp>
      <p:sp>
        <p:nvSpPr>
          <p:cNvPr id="17" name="TextBox 17"/>
          <p:cNvSpPr txBox="1"/>
          <p:nvPr/>
        </p:nvSpPr>
        <p:spPr>
          <a:xfrm>
            <a:off x="2311422" y="8259547"/>
            <a:ext cx="118624" cy="422462"/>
          </a:xfrm>
          <a:prstGeom prst="rect">
            <a:avLst/>
          </a:prstGeom>
        </p:spPr>
        <p:txBody>
          <a:bodyPr lIns="0" tIns="0" rIns="0" bIns="0" rtlCol="0" anchor="t">
            <a:spAutoFit/>
          </a:bodyPr>
          <a:lstStyle/>
          <a:p>
            <a:pPr algn="l">
              <a:lnSpc>
                <a:spcPts val="2062"/>
              </a:lnSpc>
            </a:pPr>
            <a:r>
              <a:rPr lang="en-US" sz="4125">
                <a:solidFill>
                  <a:srgbClr val="000000"/>
                </a:solidFill>
                <a:latin typeface="Mukta Mahee"/>
                <a:ea typeface="Mukta Mahee"/>
                <a:cs typeface="Mukta Mahee"/>
                <a:sym typeface="Mukta Mahee"/>
              </a:rPr>
              <a:t> </a:t>
            </a:r>
          </a:p>
        </p:txBody>
      </p:sp>
      <p:sp>
        <p:nvSpPr>
          <p:cNvPr id="18" name="TextBox 18"/>
          <p:cNvSpPr txBox="1"/>
          <p:nvPr/>
        </p:nvSpPr>
        <p:spPr>
          <a:xfrm>
            <a:off x="2311336" y="7173697"/>
            <a:ext cx="10225383" cy="774887"/>
          </a:xfrm>
          <a:prstGeom prst="rect">
            <a:avLst/>
          </a:prstGeom>
        </p:spPr>
        <p:txBody>
          <a:bodyPr lIns="0" tIns="0" rIns="0" bIns="0" rtlCol="0" anchor="t">
            <a:spAutoFit/>
          </a:bodyPr>
          <a:lstStyle/>
          <a:p>
            <a:pPr algn="l">
              <a:lnSpc>
                <a:spcPts val="5774"/>
              </a:lnSpc>
            </a:pPr>
            <a:r>
              <a:rPr lang="en-US" sz="4125">
                <a:solidFill>
                  <a:srgbClr val="000000"/>
                </a:solidFill>
                <a:latin typeface="Mukta Mahee"/>
                <a:ea typeface="Mukta Mahee"/>
                <a:cs typeface="Mukta Mahee"/>
                <a:sym typeface="Mukta Mahee"/>
              </a:rPr>
              <a:t>Higher R² and Lower MAE/MSE = Better Model</a:t>
            </a:r>
          </a:p>
        </p:txBody>
      </p:sp>
      <p:sp>
        <p:nvSpPr>
          <p:cNvPr id="19" name="TextBox 19"/>
          <p:cNvSpPr txBox="1"/>
          <p:nvPr/>
        </p:nvSpPr>
        <p:spPr>
          <a:xfrm>
            <a:off x="2427722" y="7907122"/>
            <a:ext cx="11839661" cy="774887"/>
          </a:xfrm>
          <a:prstGeom prst="rect">
            <a:avLst/>
          </a:prstGeom>
        </p:spPr>
        <p:txBody>
          <a:bodyPr lIns="0" tIns="0" rIns="0" bIns="0" rtlCol="0" anchor="t">
            <a:spAutoFit/>
          </a:bodyPr>
          <a:lstStyle/>
          <a:p>
            <a:pPr algn="l">
              <a:lnSpc>
                <a:spcPts val="5774"/>
              </a:lnSpc>
            </a:pPr>
            <a:r>
              <a:rPr lang="en-US" sz="4125">
                <a:solidFill>
                  <a:srgbClr val="000000"/>
                </a:solidFill>
                <a:latin typeface="Mukta Mahee"/>
                <a:ea typeface="Mukta Mahee"/>
                <a:cs typeface="Mukta Mahee"/>
                <a:sym typeface="Mukta Mahee"/>
              </a:rPr>
              <a:t>Too high MSE or MAE = Model is not accurate enough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EEE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6251" y="7381332"/>
            <a:ext cx="2299068" cy="2965028"/>
            <a:chOff x="0" y="0"/>
            <a:chExt cx="2299068" cy="2965031"/>
          </a:xfrm>
        </p:grpSpPr>
        <p:sp>
          <p:nvSpPr>
            <p:cNvPr id="3" name="Freeform 3"/>
            <p:cNvSpPr/>
            <p:nvPr/>
          </p:nvSpPr>
          <p:spPr>
            <a:xfrm>
              <a:off x="94361" y="1986153"/>
              <a:ext cx="872998" cy="847979"/>
            </a:xfrm>
            <a:custGeom>
              <a:avLst/>
              <a:gdLst/>
              <a:ahLst/>
              <a:cxnLst/>
              <a:rect l="l" t="t" r="r" b="b"/>
              <a:pathLst>
                <a:path w="872998" h="847979">
                  <a:moveTo>
                    <a:pt x="431800" y="847725"/>
                  </a:moveTo>
                  <a:cubicBezTo>
                    <a:pt x="239903" y="847725"/>
                    <a:pt x="74676" y="712089"/>
                    <a:pt x="37338" y="523748"/>
                  </a:cubicBezTo>
                  <a:cubicBezTo>
                    <a:pt x="0" y="335407"/>
                    <a:pt x="100584" y="146812"/>
                    <a:pt x="277876" y="73406"/>
                  </a:cubicBezTo>
                  <a:cubicBezTo>
                    <a:pt x="455168" y="0"/>
                    <a:pt x="659638" y="61976"/>
                    <a:pt x="766318" y="221615"/>
                  </a:cubicBezTo>
                  <a:cubicBezTo>
                    <a:pt x="872998" y="381254"/>
                    <a:pt x="851916" y="594106"/>
                    <a:pt x="716280" y="729869"/>
                  </a:cubicBezTo>
                  <a:cubicBezTo>
                    <a:pt x="640969" y="805561"/>
                    <a:pt x="538607" y="847979"/>
                    <a:pt x="431800" y="847725"/>
                  </a:cubicBezTo>
                  <a:close/>
                  <a:moveTo>
                    <a:pt x="431800" y="54610"/>
                  </a:moveTo>
                  <a:cubicBezTo>
                    <a:pt x="216535" y="54610"/>
                    <a:pt x="41402" y="229870"/>
                    <a:pt x="41402" y="445262"/>
                  </a:cubicBezTo>
                  <a:cubicBezTo>
                    <a:pt x="41402" y="660654"/>
                    <a:pt x="216535" y="835914"/>
                    <a:pt x="431800" y="835914"/>
                  </a:cubicBezTo>
                  <a:cubicBezTo>
                    <a:pt x="647065" y="835914"/>
                    <a:pt x="822198" y="660654"/>
                    <a:pt x="822198" y="445262"/>
                  </a:cubicBezTo>
                  <a:cubicBezTo>
                    <a:pt x="822198" y="229870"/>
                    <a:pt x="647065" y="54610"/>
                    <a:pt x="431800" y="54610"/>
                  </a:cubicBezTo>
                  <a:close/>
                </a:path>
              </a:pathLst>
            </a:custGeom>
            <a:solidFill>
              <a:srgbClr val="879282"/>
            </a:solidFill>
          </p:spPr>
        </p:sp>
        <p:sp>
          <p:nvSpPr>
            <p:cNvPr id="4" name="Freeform 4"/>
            <p:cNvSpPr/>
            <p:nvPr/>
          </p:nvSpPr>
          <p:spPr>
            <a:xfrm>
              <a:off x="641731" y="2150618"/>
              <a:ext cx="561340" cy="561594"/>
            </a:xfrm>
            <a:custGeom>
              <a:avLst/>
              <a:gdLst/>
              <a:ahLst/>
              <a:cxnLst/>
              <a:rect l="l" t="t" r="r" b="b"/>
              <a:pathLst>
                <a:path w="561340" h="561594">
                  <a:moveTo>
                    <a:pt x="280670" y="561594"/>
                  </a:moveTo>
                  <a:cubicBezTo>
                    <a:pt x="125984" y="561594"/>
                    <a:pt x="0" y="435610"/>
                    <a:pt x="0" y="280797"/>
                  </a:cubicBezTo>
                  <a:cubicBezTo>
                    <a:pt x="0" y="125984"/>
                    <a:pt x="125857" y="0"/>
                    <a:pt x="280670" y="0"/>
                  </a:cubicBezTo>
                  <a:cubicBezTo>
                    <a:pt x="435483" y="0"/>
                    <a:pt x="561340" y="125984"/>
                    <a:pt x="561340" y="280797"/>
                  </a:cubicBezTo>
                  <a:cubicBezTo>
                    <a:pt x="561340" y="435610"/>
                    <a:pt x="435483" y="561594"/>
                    <a:pt x="280670" y="561594"/>
                  </a:cubicBezTo>
                  <a:close/>
                  <a:moveTo>
                    <a:pt x="280670" y="8128"/>
                  </a:moveTo>
                  <a:cubicBezTo>
                    <a:pt x="130429" y="8128"/>
                    <a:pt x="8255" y="130429"/>
                    <a:pt x="8255" y="280670"/>
                  </a:cubicBezTo>
                  <a:cubicBezTo>
                    <a:pt x="8255" y="430911"/>
                    <a:pt x="130429" y="553212"/>
                    <a:pt x="280670" y="553212"/>
                  </a:cubicBezTo>
                  <a:cubicBezTo>
                    <a:pt x="430911" y="553212"/>
                    <a:pt x="553085" y="430911"/>
                    <a:pt x="553085" y="280670"/>
                  </a:cubicBezTo>
                  <a:cubicBezTo>
                    <a:pt x="553085" y="130429"/>
                    <a:pt x="430911" y="8128"/>
                    <a:pt x="280670" y="8128"/>
                  </a:cubicBezTo>
                  <a:lnTo>
                    <a:pt x="280670" y="8128"/>
                  </a:lnTo>
                  <a:close/>
                </a:path>
              </a:pathLst>
            </a:custGeom>
            <a:solidFill>
              <a:srgbClr val="879282"/>
            </a:solidFill>
          </p:spPr>
        </p:sp>
        <p:sp>
          <p:nvSpPr>
            <p:cNvPr id="5" name="Freeform 5"/>
            <p:cNvSpPr/>
            <p:nvPr/>
          </p:nvSpPr>
          <p:spPr>
            <a:xfrm>
              <a:off x="540893" y="2458339"/>
              <a:ext cx="1694688" cy="12954"/>
            </a:xfrm>
            <a:custGeom>
              <a:avLst/>
              <a:gdLst/>
              <a:ahLst/>
              <a:cxnLst/>
              <a:rect l="l" t="t" r="r" b="b"/>
              <a:pathLst>
                <a:path w="1694688" h="12954">
                  <a:moveTo>
                    <a:pt x="0" y="6350"/>
                  </a:moveTo>
                  <a:cubicBezTo>
                    <a:pt x="141224" y="3683"/>
                    <a:pt x="282448" y="2286"/>
                    <a:pt x="423672" y="1397"/>
                  </a:cubicBezTo>
                  <a:cubicBezTo>
                    <a:pt x="494284" y="762"/>
                    <a:pt x="564896" y="635"/>
                    <a:pt x="635508" y="381"/>
                  </a:cubicBezTo>
                  <a:lnTo>
                    <a:pt x="847344" y="0"/>
                  </a:lnTo>
                  <a:lnTo>
                    <a:pt x="1059180" y="381"/>
                  </a:lnTo>
                  <a:lnTo>
                    <a:pt x="1165098" y="889"/>
                  </a:lnTo>
                  <a:lnTo>
                    <a:pt x="1218057" y="1143"/>
                  </a:lnTo>
                  <a:lnTo>
                    <a:pt x="1271016" y="1524"/>
                  </a:lnTo>
                  <a:cubicBezTo>
                    <a:pt x="1412240" y="2413"/>
                    <a:pt x="1553464" y="3810"/>
                    <a:pt x="1694688" y="6477"/>
                  </a:cubicBezTo>
                  <a:cubicBezTo>
                    <a:pt x="1553464" y="9144"/>
                    <a:pt x="1412240" y="10541"/>
                    <a:pt x="1271016" y="11430"/>
                  </a:cubicBezTo>
                  <a:lnTo>
                    <a:pt x="1218057" y="11811"/>
                  </a:lnTo>
                  <a:lnTo>
                    <a:pt x="1165098" y="12065"/>
                  </a:lnTo>
                  <a:lnTo>
                    <a:pt x="1059180" y="12573"/>
                  </a:lnTo>
                  <a:lnTo>
                    <a:pt x="847344" y="12954"/>
                  </a:lnTo>
                  <a:lnTo>
                    <a:pt x="635508" y="12573"/>
                  </a:lnTo>
                  <a:cubicBezTo>
                    <a:pt x="564896" y="12192"/>
                    <a:pt x="494284" y="12065"/>
                    <a:pt x="423672" y="11557"/>
                  </a:cubicBezTo>
                  <a:cubicBezTo>
                    <a:pt x="282448" y="10668"/>
                    <a:pt x="141224" y="9144"/>
                    <a:pt x="0" y="6604"/>
                  </a:cubicBezTo>
                  <a:close/>
                </a:path>
              </a:pathLst>
            </a:custGeom>
            <a:solidFill>
              <a:srgbClr val="879282"/>
            </a:solidFill>
          </p:spPr>
        </p:sp>
        <p:sp>
          <p:nvSpPr>
            <p:cNvPr id="6" name="Freeform 6"/>
            <p:cNvSpPr/>
            <p:nvPr/>
          </p:nvSpPr>
          <p:spPr>
            <a:xfrm>
              <a:off x="534543" y="2031492"/>
              <a:ext cx="12700" cy="433324"/>
            </a:xfrm>
            <a:custGeom>
              <a:avLst/>
              <a:gdLst/>
              <a:ahLst/>
              <a:cxnLst/>
              <a:rect l="l" t="t" r="r" b="b"/>
              <a:pathLst>
                <a:path w="12700" h="433324">
                  <a:moveTo>
                    <a:pt x="6350" y="0"/>
                  </a:moveTo>
                  <a:cubicBezTo>
                    <a:pt x="9017" y="36068"/>
                    <a:pt x="10414" y="72263"/>
                    <a:pt x="11303" y="108331"/>
                  </a:cubicBezTo>
                  <a:cubicBezTo>
                    <a:pt x="12192" y="144399"/>
                    <a:pt x="12700" y="180467"/>
                    <a:pt x="12700" y="216662"/>
                  </a:cubicBezTo>
                  <a:cubicBezTo>
                    <a:pt x="12700" y="252857"/>
                    <a:pt x="12319" y="288925"/>
                    <a:pt x="11303" y="324993"/>
                  </a:cubicBezTo>
                  <a:cubicBezTo>
                    <a:pt x="10287" y="361061"/>
                    <a:pt x="9017" y="397256"/>
                    <a:pt x="6350" y="433324"/>
                  </a:cubicBezTo>
                  <a:cubicBezTo>
                    <a:pt x="3683" y="397256"/>
                    <a:pt x="2286" y="361061"/>
                    <a:pt x="1397" y="324993"/>
                  </a:cubicBezTo>
                  <a:cubicBezTo>
                    <a:pt x="508" y="288925"/>
                    <a:pt x="0" y="252857"/>
                    <a:pt x="0" y="216662"/>
                  </a:cubicBezTo>
                  <a:cubicBezTo>
                    <a:pt x="0" y="180467"/>
                    <a:pt x="508" y="144399"/>
                    <a:pt x="1397" y="108331"/>
                  </a:cubicBezTo>
                  <a:cubicBezTo>
                    <a:pt x="2286" y="72263"/>
                    <a:pt x="3810" y="36068"/>
                    <a:pt x="6477" y="0"/>
                  </a:cubicBezTo>
                  <a:close/>
                </a:path>
              </a:pathLst>
            </a:custGeom>
            <a:solidFill>
              <a:srgbClr val="879282"/>
            </a:solidFill>
          </p:spPr>
        </p:sp>
        <p:sp>
          <p:nvSpPr>
            <p:cNvPr id="7" name="Freeform 7"/>
            <p:cNvSpPr/>
            <p:nvPr/>
          </p:nvSpPr>
          <p:spPr>
            <a:xfrm>
              <a:off x="534289" y="63500"/>
              <a:ext cx="12954" cy="1827784"/>
            </a:xfrm>
            <a:custGeom>
              <a:avLst/>
              <a:gdLst/>
              <a:ahLst/>
              <a:cxnLst/>
              <a:rect l="l" t="t" r="r" b="b"/>
              <a:pathLst>
                <a:path w="12954" h="1827784">
                  <a:moveTo>
                    <a:pt x="6604" y="0"/>
                  </a:moveTo>
                  <a:cubicBezTo>
                    <a:pt x="9271" y="152273"/>
                    <a:pt x="10668" y="304546"/>
                    <a:pt x="11557" y="456946"/>
                  </a:cubicBezTo>
                  <a:cubicBezTo>
                    <a:pt x="12192" y="533146"/>
                    <a:pt x="12319" y="609219"/>
                    <a:pt x="12573" y="685419"/>
                  </a:cubicBezTo>
                  <a:lnTo>
                    <a:pt x="12954" y="913892"/>
                  </a:lnTo>
                  <a:lnTo>
                    <a:pt x="12573" y="1142365"/>
                  </a:lnTo>
                  <a:lnTo>
                    <a:pt x="12065" y="1256538"/>
                  </a:lnTo>
                  <a:lnTo>
                    <a:pt x="11811" y="1313688"/>
                  </a:lnTo>
                  <a:lnTo>
                    <a:pt x="11430" y="1370838"/>
                  </a:lnTo>
                  <a:cubicBezTo>
                    <a:pt x="10541" y="1523111"/>
                    <a:pt x="9144" y="1675384"/>
                    <a:pt x="6477" y="1827784"/>
                  </a:cubicBezTo>
                  <a:cubicBezTo>
                    <a:pt x="3810" y="1675511"/>
                    <a:pt x="2413" y="1523238"/>
                    <a:pt x="1524" y="1370838"/>
                  </a:cubicBezTo>
                  <a:lnTo>
                    <a:pt x="1143" y="1313688"/>
                  </a:lnTo>
                  <a:lnTo>
                    <a:pt x="889" y="1256538"/>
                  </a:lnTo>
                  <a:lnTo>
                    <a:pt x="381" y="1142365"/>
                  </a:lnTo>
                  <a:lnTo>
                    <a:pt x="0" y="913892"/>
                  </a:lnTo>
                  <a:lnTo>
                    <a:pt x="381" y="685419"/>
                  </a:lnTo>
                  <a:cubicBezTo>
                    <a:pt x="762" y="609219"/>
                    <a:pt x="889" y="533146"/>
                    <a:pt x="1397" y="456946"/>
                  </a:cubicBezTo>
                  <a:cubicBezTo>
                    <a:pt x="2286" y="304673"/>
                    <a:pt x="3683" y="152273"/>
                    <a:pt x="6350" y="0"/>
                  </a:cubicBezTo>
                  <a:close/>
                </a:path>
              </a:pathLst>
            </a:custGeom>
            <a:solidFill>
              <a:srgbClr val="879282"/>
            </a:solidFill>
          </p:spPr>
        </p:sp>
        <p:sp>
          <p:nvSpPr>
            <p:cNvPr id="8" name="Freeform 8"/>
            <p:cNvSpPr/>
            <p:nvPr/>
          </p:nvSpPr>
          <p:spPr>
            <a:xfrm>
              <a:off x="26670" y="1961261"/>
              <a:ext cx="506603" cy="940689"/>
            </a:xfrm>
            <a:custGeom>
              <a:avLst/>
              <a:gdLst/>
              <a:ahLst/>
              <a:cxnLst/>
              <a:rect l="l" t="t" r="r" b="b"/>
              <a:pathLst>
                <a:path w="506603" h="940689">
                  <a:moveTo>
                    <a:pt x="174371" y="802640"/>
                  </a:moveTo>
                  <a:cubicBezTo>
                    <a:pt x="262255" y="891032"/>
                    <a:pt x="381889" y="940689"/>
                    <a:pt x="506603" y="940308"/>
                  </a:cubicBezTo>
                  <a:lnTo>
                    <a:pt x="506603" y="927481"/>
                  </a:lnTo>
                  <a:cubicBezTo>
                    <a:pt x="254635" y="927481"/>
                    <a:pt x="49530" y="722376"/>
                    <a:pt x="49530" y="470154"/>
                  </a:cubicBezTo>
                  <a:cubicBezTo>
                    <a:pt x="49530" y="217932"/>
                    <a:pt x="254508" y="12827"/>
                    <a:pt x="506603" y="12827"/>
                  </a:cubicBezTo>
                  <a:lnTo>
                    <a:pt x="506603" y="0"/>
                  </a:lnTo>
                  <a:cubicBezTo>
                    <a:pt x="316611" y="0"/>
                    <a:pt x="145288" y="114554"/>
                    <a:pt x="72644" y="290195"/>
                  </a:cubicBezTo>
                  <a:cubicBezTo>
                    <a:pt x="0" y="465836"/>
                    <a:pt x="40132" y="668020"/>
                    <a:pt x="174371" y="802513"/>
                  </a:cubicBezTo>
                  <a:close/>
                </a:path>
              </a:pathLst>
            </a:custGeom>
            <a:solidFill>
              <a:srgbClr val="879282"/>
            </a:solidFill>
          </p:spPr>
        </p:sp>
      </p:grpSp>
      <p:grpSp>
        <p:nvGrpSpPr>
          <p:cNvPr id="9" name="Group 9"/>
          <p:cNvGrpSpPr>
            <a:grpSpLocks noChangeAspect="1"/>
          </p:cNvGrpSpPr>
          <p:nvPr/>
        </p:nvGrpSpPr>
        <p:grpSpPr>
          <a:xfrm>
            <a:off x="16015173" y="-59360"/>
            <a:ext cx="2299078" cy="2961313"/>
            <a:chOff x="0" y="0"/>
            <a:chExt cx="2299068" cy="2961310"/>
          </a:xfrm>
        </p:grpSpPr>
        <p:sp>
          <p:nvSpPr>
            <p:cNvPr id="10" name="Freeform 10"/>
            <p:cNvSpPr/>
            <p:nvPr/>
          </p:nvSpPr>
          <p:spPr>
            <a:xfrm>
              <a:off x="1331722" y="130937"/>
              <a:ext cx="872998" cy="847979"/>
            </a:xfrm>
            <a:custGeom>
              <a:avLst/>
              <a:gdLst/>
              <a:ahLst/>
              <a:cxnLst/>
              <a:rect l="l" t="t" r="r" b="b"/>
              <a:pathLst>
                <a:path w="872998" h="847979">
                  <a:moveTo>
                    <a:pt x="441198" y="254"/>
                  </a:moveTo>
                  <a:cubicBezTo>
                    <a:pt x="633095" y="254"/>
                    <a:pt x="798322" y="135890"/>
                    <a:pt x="835660" y="324231"/>
                  </a:cubicBezTo>
                  <a:cubicBezTo>
                    <a:pt x="872998" y="512572"/>
                    <a:pt x="772414" y="701167"/>
                    <a:pt x="595122" y="774573"/>
                  </a:cubicBezTo>
                  <a:cubicBezTo>
                    <a:pt x="417830" y="847979"/>
                    <a:pt x="213360" y="786003"/>
                    <a:pt x="106680" y="626364"/>
                  </a:cubicBezTo>
                  <a:cubicBezTo>
                    <a:pt x="0" y="466725"/>
                    <a:pt x="21082" y="253873"/>
                    <a:pt x="156718" y="118110"/>
                  </a:cubicBezTo>
                  <a:cubicBezTo>
                    <a:pt x="232029" y="42418"/>
                    <a:pt x="334391" y="0"/>
                    <a:pt x="441198" y="254"/>
                  </a:cubicBezTo>
                  <a:close/>
                  <a:moveTo>
                    <a:pt x="441198" y="793369"/>
                  </a:moveTo>
                  <a:cubicBezTo>
                    <a:pt x="656463" y="793369"/>
                    <a:pt x="831596" y="618109"/>
                    <a:pt x="831596" y="402717"/>
                  </a:cubicBezTo>
                  <a:cubicBezTo>
                    <a:pt x="831596" y="187325"/>
                    <a:pt x="656590" y="12065"/>
                    <a:pt x="441198" y="12065"/>
                  </a:cubicBezTo>
                  <a:cubicBezTo>
                    <a:pt x="225806" y="12065"/>
                    <a:pt x="50800" y="187325"/>
                    <a:pt x="50800" y="402717"/>
                  </a:cubicBezTo>
                  <a:cubicBezTo>
                    <a:pt x="50800" y="618109"/>
                    <a:pt x="225933" y="793369"/>
                    <a:pt x="441198" y="793369"/>
                  </a:cubicBezTo>
                  <a:close/>
                </a:path>
              </a:pathLst>
            </a:custGeom>
            <a:solidFill>
              <a:srgbClr val="879282"/>
            </a:solidFill>
          </p:spPr>
        </p:sp>
        <p:sp>
          <p:nvSpPr>
            <p:cNvPr id="11" name="Freeform 11"/>
            <p:cNvSpPr/>
            <p:nvPr/>
          </p:nvSpPr>
          <p:spPr>
            <a:xfrm>
              <a:off x="1096010" y="252857"/>
              <a:ext cx="561340" cy="561594"/>
            </a:xfrm>
            <a:custGeom>
              <a:avLst/>
              <a:gdLst/>
              <a:ahLst/>
              <a:cxnLst/>
              <a:rect l="l" t="t" r="r" b="b"/>
              <a:pathLst>
                <a:path w="561340" h="561594">
                  <a:moveTo>
                    <a:pt x="280670" y="0"/>
                  </a:moveTo>
                  <a:cubicBezTo>
                    <a:pt x="435356" y="0"/>
                    <a:pt x="561340" y="125984"/>
                    <a:pt x="561340" y="280797"/>
                  </a:cubicBezTo>
                  <a:cubicBezTo>
                    <a:pt x="561340" y="435610"/>
                    <a:pt x="435483" y="561594"/>
                    <a:pt x="280670" y="561594"/>
                  </a:cubicBezTo>
                  <a:cubicBezTo>
                    <a:pt x="125857" y="561594"/>
                    <a:pt x="0" y="435610"/>
                    <a:pt x="0" y="280797"/>
                  </a:cubicBezTo>
                  <a:cubicBezTo>
                    <a:pt x="0" y="125984"/>
                    <a:pt x="125857" y="0"/>
                    <a:pt x="280670" y="0"/>
                  </a:cubicBezTo>
                  <a:close/>
                  <a:moveTo>
                    <a:pt x="280670" y="553466"/>
                  </a:moveTo>
                  <a:cubicBezTo>
                    <a:pt x="430911" y="553466"/>
                    <a:pt x="553085" y="431165"/>
                    <a:pt x="553085" y="280924"/>
                  </a:cubicBezTo>
                  <a:cubicBezTo>
                    <a:pt x="553085" y="130683"/>
                    <a:pt x="430911" y="8382"/>
                    <a:pt x="280670" y="8382"/>
                  </a:cubicBezTo>
                  <a:cubicBezTo>
                    <a:pt x="130429" y="8382"/>
                    <a:pt x="8255" y="130683"/>
                    <a:pt x="8255" y="280924"/>
                  </a:cubicBezTo>
                  <a:cubicBezTo>
                    <a:pt x="8255" y="431165"/>
                    <a:pt x="130429" y="553466"/>
                    <a:pt x="280670" y="553466"/>
                  </a:cubicBezTo>
                  <a:lnTo>
                    <a:pt x="280670" y="553466"/>
                  </a:lnTo>
                  <a:close/>
                </a:path>
              </a:pathLst>
            </a:custGeom>
            <a:solidFill>
              <a:srgbClr val="879282"/>
            </a:solidFill>
          </p:spPr>
        </p:sp>
        <p:sp>
          <p:nvSpPr>
            <p:cNvPr id="12" name="Freeform 12"/>
            <p:cNvSpPr/>
            <p:nvPr/>
          </p:nvSpPr>
          <p:spPr>
            <a:xfrm>
              <a:off x="63500" y="493903"/>
              <a:ext cx="1694688" cy="12827"/>
            </a:xfrm>
            <a:custGeom>
              <a:avLst/>
              <a:gdLst/>
              <a:ahLst/>
              <a:cxnLst/>
              <a:rect l="l" t="t" r="r" b="b"/>
              <a:pathLst>
                <a:path w="1694688" h="12827">
                  <a:moveTo>
                    <a:pt x="1694688" y="6477"/>
                  </a:moveTo>
                  <a:cubicBezTo>
                    <a:pt x="1553464" y="9144"/>
                    <a:pt x="1412240" y="10541"/>
                    <a:pt x="1271016" y="11430"/>
                  </a:cubicBezTo>
                  <a:cubicBezTo>
                    <a:pt x="1200404" y="12065"/>
                    <a:pt x="1129792" y="12192"/>
                    <a:pt x="1059180" y="12446"/>
                  </a:cubicBezTo>
                  <a:lnTo>
                    <a:pt x="847344" y="12827"/>
                  </a:lnTo>
                  <a:lnTo>
                    <a:pt x="635508" y="12446"/>
                  </a:lnTo>
                  <a:lnTo>
                    <a:pt x="529590" y="11938"/>
                  </a:lnTo>
                  <a:lnTo>
                    <a:pt x="476631" y="11684"/>
                  </a:lnTo>
                  <a:lnTo>
                    <a:pt x="423672" y="11303"/>
                  </a:lnTo>
                  <a:cubicBezTo>
                    <a:pt x="282448" y="10541"/>
                    <a:pt x="141224" y="9144"/>
                    <a:pt x="0" y="6477"/>
                  </a:cubicBezTo>
                  <a:cubicBezTo>
                    <a:pt x="141224" y="3810"/>
                    <a:pt x="282448" y="2413"/>
                    <a:pt x="423672" y="1524"/>
                  </a:cubicBezTo>
                  <a:lnTo>
                    <a:pt x="476631" y="1143"/>
                  </a:lnTo>
                  <a:lnTo>
                    <a:pt x="529590" y="889"/>
                  </a:lnTo>
                  <a:lnTo>
                    <a:pt x="635508" y="381"/>
                  </a:lnTo>
                  <a:lnTo>
                    <a:pt x="847344" y="0"/>
                  </a:lnTo>
                  <a:lnTo>
                    <a:pt x="1059180" y="381"/>
                  </a:lnTo>
                  <a:cubicBezTo>
                    <a:pt x="1129792" y="762"/>
                    <a:pt x="1200404" y="889"/>
                    <a:pt x="1271016" y="1397"/>
                  </a:cubicBezTo>
                  <a:cubicBezTo>
                    <a:pt x="1412240" y="2286"/>
                    <a:pt x="1553464" y="3810"/>
                    <a:pt x="1694688" y="6350"/>
                  </a:cubicBezTo>
                  <a:close/>
                </a:path>
              </a:pathLst>
            </a:custGeom>
            <a:solidFill>
              <a:srgbClr val="879282"/>
            </a:solidFill>
          </p:spPr>
        </p:sp>
        <p:sp>
          <p:nvSpPr>
            <p:cNvPr id="13" name="Freeform 13"/>
            <p:cNvSpPr/>
            <p:nvPr/>
          </p:nvSpPr>
          <p:spPr>
            <a:xfrm>
              <a:off x="1751838" y="500253"/>
              <a:ext cx="12700" cy="433324"/>
            </a:xfrm>
            <a:custGeom>
              <a:avLst/>
              <a:gdLst/>
              <a:ahLst/>
              <a:cxnLst/>
              <a:rect l="l" t="t" r="r" b="b"/>
              <a:pathLst>
                <a:path w="12700" h="433324">
                  <a:moveTo>
                    <a:pt x="6350" y="433324"/>
                  </a:moveTo>
                  <a:cubicBezTo>
                    <a:pt x="3683" y="397256"/>
                    <a:pt x="2286" y="361061"/>
                    <a:pt x="1397" y="324993"/>
                  </a:cubicBezTo>
                  <a:cubicBezTo>
                    <a:pt x="508" y="288925"/>
                    <a:pt x="0" y="252857"/>
                    <a:pt x="0" y="216662"/>
                  </a:cubicBezTo>
                  <a:cubicBezTo>
                    <a:pt x="0" y="180467"/>
                    <a:pt x="381" y="144526"/>
                    <a:pt x="1397" y="108331"/>
                  </a:cubicBezTo>
                  <a:cubicBezTo>
                    <a:pt x="2413" y="72136"/>
                    <a:pt x="3683" y="36068"/>
                    <a:pt x="6350" y="0"/>
                  </a:cubicBezTo>
                  <a:cubicBezTo>
                    <a:pt x="9017" y="36068"/>
                    <a:pt x="10414" y="72263"/>
                    <a:pt x="11303" y="108331"/>
                  </a:cubicBezTo>
                  <a:cubicBezTo>
                    <a:pt x="12192" y="144399"/>
                    <a:pt x="12700" y="180467"/>
                    <a:pt x="12700" y="216662"/>
                  </a:cubicBezTo>
                  <a:cubicBezTo>
                    <a:pt x="12700" y="252857"/>
                    <a:pt x="12192" y="288925"/>
                    <a:pt x="11303" y="324993"/>
                  </a:cubicBezTo>
                  <a:cubicBezTo>
                    <a:pt x="10414" y="361061"/>
                    <a:pt x="8890" y="397129"/>
                    <a:pt x="6223" y="433324"/>
                  </a:cubicBezTo>
                  <a:close/>
                </a:path>
              </a:pathLst>
            </a:custGeom>
            <a:solidFill>
              <a:srgbClr val="879282"/>
            </a:solidFill>
          </p:spPr>
        </p:sp>
        <p:sp>
          <p:nvSpPr>
            <p:cNvPr id="14" name="Freeform 14"/>
            <p:cNvSpPr/>
            <p:nvPr/>
          </p:nvSpPr>
          <p:spPr>
            <a:xfrm>
              <a:off x="1751711" y="1073785"/>
              <a:ext cx="12827" cy="1824101"/>
            </a:xfrm>
            <a:custGeom>
              <a:avLst/>
              <a:gdLst/>
              <a:ahLst/>
              <a:cxnLst/>
              <a:rect l="l" t="t" r="r" b="b"/>
              <a:pathLst>
                <a:path w="12827" h="1824101">
                  <a:moveTo>
                    <a:pt x="6477" y="0"/>
                  </a:moveTo>
                  <a:cubicBezTo>
                    <a:pt x="3810" y="152273"/>
                    <a:pt x="2413" y="304673"/>
                    <a:pt x="1524" y="456946"/>
                  </a:cubicBezTo>
                  <a:lnTo>
                    <a:pt x="1143" y="514096"/>
                  </a:lnTo>
                  <a:lnTo>
                    <a:pt x="889" y="571246"/>
                  </a:lnTo>
                  <a:lnTo>
                    <a:pt x="381" y="685419"/>
                  </a:lnTo>
                  <a:lnTo>
                    <a:pt x="0" y="913892"/>
                  </a:lnTo>
                  <a:lnTo>
                    <a:pt x="381" y="1142365"/>
                  </a:lnTo>
                  <a:cubicBezTo>
                    <a:pt x="762" y="1218565"/>
                    <a:pt x="889" y="1294638"/>
                    <a:pt x="1397" y="1370838"/>
                  </a:cubicBezTo>
                  <a:cubicBezTo>
                    <a:pt x="2286" y="1521968"/>
                    <a:pt x="3683" y="1672971"/>
                    <a:pt x="6350" y="1824101"/>
                  </a:cubicBezTo>
                  <a:lnTo>
                    <a:pt x="6477" y="1824101"/>
                  </a:lnTo>
                  <a:cubicBezTo>
                    <a:pt x="9144" y="1673098"/>
                    <a:pt x="10414" y="1521968"/>
                    <a:pt x="11430" y="1370838"/>
                  </a:cubicBezTo>
                  <a:cubicBezTo>
                    <a:pt x="12065" y="1294638"/>
                    <a:pt x="12192" y="1218565"/>
                    <a:pt x="12446" y="1142365"/>
                  </a:cubicBezTo>
                  <a:lnTo>
                    <a:pt x="12827" y="913892"/>
                  </a:lnTo>
                  <a:lnTo>
                    <a:pt x="12446" y="685419"/>
                  </a:lnTo>
                  <a:lnTo>
                    <a:pt x="11938" y="571246"/>
                  </a:lnTo>
                  <a:lnTo>
                    <a:pt x="11684" y="514096"/>
                  </a:lnTo>
                  <a:lnTo>
                    <a:pt x="11303" y="456946"/>
                  </a:lnTo>
                  <a:cubicBezTo>
                    <a:pt x="10414" y="304673"/>
                    <a:pt x="9017" y="152273"/>
                    <a:pt x="6350" y="0"/>
                  </a:cubicBezTo>
                  <a:close/>
                </a:path>
              </a:pathLst>
            </a:custGeom>
            <a:solidFill>
              <a:srgbClr val="879282"/>
            </a:solidFill>
          </p:spPr>
        </p:sp>
        <p:sp>
          <p:nvSpPr>
            <p:cNvPr id="15" name="Freeform 15"/>
            <p:cNvSpPr/>
            <p:nvPr/>
          </p:nvSpPr>
          <p:spPr>
            <a:xfrm>
              <a:off x="1765808" y="63119"/>
              <a:ext cx="506603" cy="940689"/>
            </a:xfrm>
            <a:custGeom>
              <a:avLst/>
              <a:gdLst/>
              <a:ahLst/>
              <a:cxnLst/>
              <a:rect l="l" t="t" r="r" b="b"/>
              <a:pathLst>
                <a:path w="506603" h="940689">
                  <a:moveTo>
                    <a:pt x="332232" y="138049"/>
                  </a:moveTo>
                  <a:cubicBezTo>
                    <a:pt x="244221" y="49530"/>
                    <a:pt x="124587" y="0"/>
                    <a:pt x="0" y="381"/>
                  </a:cubicBezTo>
                  <a:lnTo>
                    <a:pt x="0" y="13208"/>
                  </a:lnTo>
                  <a:cubicBezTo>
                    <a:pt x="251968" y="13208"/>
                    <a:pt x="457073" y="218313"/>
                    <a:pt x="457073" y="470535"/>
                  </a:cubicBezTo>
                  <a:cubicBezTo>
                    <a:pt x="457073" y="722757"/>
                    <a:pt x="252095" y="927862"/>
                    <a:pt x="0" y="927862"/>
                  </a:cubicBezTo>
                  <a:lnTo>
                    <a:pt x="0" y="940689"/>
                  </a:lnTo>
                  <a:cubicBezTo>
                    <a:pt x="189992" y="940689"/>
                    <a:pt x="361315" y="826135"/>
                    <a:pt x="433959" y="650494"/>
                  </a:cubicBezTo>
                  <a:cubicBezTo>
                    <a:pt x="506603" y="474853"/>
                    <a:pt x="466471" y="272669"/>
                    <a:pt x="332232" y="138176"/>
                  </a:cubicBezTo>
                  <a:close/>
                </a:path>
              </a:pathLst>
            </a:custGeom>
            <a:solidFill>
              <a:srgbClr val="879282"/>
            </a:solidFill>
          </p:spPr>
        </p:sp>
      </p:grpSp>
      <p:grpSp>
        <p:nvGrpSpPr>
          <p:cNvPr id="16" name="Group 16"/>
          <p:cNvGrpSpPr>
            <a:grpSpLocks noChangeAspect="1"/>
          </p:cNvGrpSpPr>
          <p:nvPr/>
        </p:nvGrpSpPr>
        <p:grpSpPr>
          <a:xfrm>
            <a:off x="0" y="7444835"/>
            <a:ext cx="2214048" cy="2842165"/>
            <a:chOff x="0" y="0"/>
            <a:chExt cx="2214042" cy="2842158"/>
          </a:xfrm>
        </p:grpSpPr>
        <p:sp>
          <p:nvSpPr>
            <p:cNvPr id="17" name="Freeform 17"/>
            <p:cNvSpPr/>
            <p:nvPr/>
          </p:nvSpPr>
          <p:spPr>
            <a:xfrm>
              <a:off x="0" y="0"/>
              <a:ext cx="2213991" cy="2842133"/>
            </a:xfrm>
            <a:custGeom>
              <a:avLst/>
              <a:gdLst/>
              <a:ahLst/>
              <a:cxnLst/>
              <a:rect l="l" t="t" r="r" b="b"/>
              <a:pathLst>
                <a:path w="2213991" h="2842133">
                  <a:moveTo>
                    <a:pt x="0" y="2842133"/>
                  </a:moveTo>
                  <a:lnTo>
                    <a:pt x="2213991" y="2842133"/>
                  </a:lnTo>
                  <a:lnTo>
                    <a:pt x="2213991" y="0"/>
                  </a:lnTo>
                  <a:lnTo>
                    <a:pt x="0" y="0"/>
                  </a:lnTo>
                  <a:close/>
                </a:path>
              </a:pathLst>
            </a:custGeom>
            <a:solidFill>
              <a:srgbClr val="000000">
                <a:alpha val="0"/>
              </a:srgbClr>
            </a:solidFill>
          </p:spPr>
        </p:sp>
      </p:grpSp>
      <p:sp>
        <p:nvSpPr>
          <p:cNvPr id="18" name="TextBox 18"/>
          <p:cNvSpPr txBox="1"/>
          <p:nvPr/>
        </p:nvSpPr>
        <p:spPr>
          <a:xfrm>
            <a:off x="7943698" y="702012"/>
            <a:ext cx="2448649" cy="796214"/>
          </a:xfrm>
          <a:prstGeom prst="rect">
            <a:avLst/>
          </a:prstGeom>
        </p:spPr>
        <p:txBody>
          <a:bodyPr lIns="0" tIns="0" rIns="0" bIns="0" rtlCol="0" anchor="t">
            <a:spAutoFit/>
          </a:bodyPr>
          <a:lstStyle/>
          <a:p>
            <a:pPr algn="l">
              <a:lnSpc>
                <a:spcPts val="4466"/>
              </a:lnSpc>
            </a:pPr>
            <a:r>
              <a:rPr lang="en-US" sz="8933">
                <a:solidFill>
                  <a:srgbClr val="4D6259"/>
                </a:solidFill>
                <a:latin typeface="CAT Neuzeit"/>
                <a:ea typeface="CAT Neuzeit"/>
                <a:cs typeface="CAT Neuzeit"/>
                <a:sym typeface="CAT Neuzeit"/>
              </a:rPr>
              <a:t>QNA</a:t>
            </a:r>
          </a:p>
        </p:txBody>
      </p:sp>
      <p:sp>
        <p:nvSpPr>
          <p:cNvPr id="19" name="TextBox 19"/>
          <p:cNvSpPr txBox="1"/>
          <p:nvPr/>
        </p:nvSpPr>
        <p:spPr>
          <a:xfrm>
            <a:off x="7422890" y="1238402"/>
            <a:ext cx="101375" cy="1036596"/>
          </a:xfrm>
          <a:prstGeom prst="rect">
            <a:avLst/>
          </a:prstGeom>
        </p:spPr>
        <p:txBody>
          <a:bodyPr lIns="0" tIns="0" rIns="0" bIns="0" rtlCol="0" anchor="t">
            <a:spAutoFit/>
          </a:bodyPr>
          <a:lstStyle/>
          <a:p>
            <a:pPr algn="l">
              <a:lnSpc>
                <a:spcPts val="8812"/>
              </a:lnSpc>
            </a:pPr>
            <a:r>
              <a:rPr lang="en-US" sz="3525">
                <a:solidFill>
                  <a:srgbClr val="4D6259"/>
                </a:solidFill>
                <a:latin typeface="Mukta Mahee"/>
                <a:ea typeface="Mukta Mahee"/>
                <a:cs typeface="Mukta Mahee"/>
                <a:sym typeface="Mukta Mahee"/>
              </a:rPr>
              <a:t> </a:t>
            </a:r>
          </a:p>
        </p:txBody>
      </p:sp>
      <p:sp>
        <p:nvSpPr>
          <p:cNvPr id="20" name="TextBox 20"/>
          <p:cNvSpPr txBox="1"/>
          <p:nvPr/>
        </p:nvSpPr>
        <p:spPr>
          <a:xfrm>
            <a:off x="1426235" y="5334152"/>
            <a:ext cx="10578703" cy="655596"/>
          </a:xfrm>
          <a:prstGeom prst="rect">
            <a:avLst/>
          </a:prstGeom>
        </p:spPr>
        <p:txBody>
          <a:bodyPr lIns="0" tIns="0" rIns="0" bIns="0" rtlCol="0" anchor="t">
            <a:spAutoFit/>
          </a:bodyPr>
          <a:lstStyle/>
          <a:p>
            <a:pPr algn="l">
              <a:lnSpc>
                <a:spcPts val="4875"/>
              </a:lnSpc>
            </a:pPr>
            <a:r>
              <a:rPr lang="en-US" sz="3525">
                <a:solidFill>
                  <a:srgbClr val="4D6259"/>
                </a:solidFill>
                <a:latin typeface="Mukta Mahee"/>
                <a:ea typeface="Mukta Mahee"/>
                <a:cs typeface="Mukta Mahee"/>
                <a:sym typeface="Mukta Mahee"/>
              </a:rPr>
              <a:t>2.Ifamodel has an R² Score of 0.90, what does it imply?</a:t>
            </a:r>
          </a:p>
        </p:txBody>
      </p:sp>
      <p:sp>
        <p:nvSpPr>
          <p:cNvPr id="21" name="TextBox 21"/>
          <p:cNvSpPr txBox="1"/>
          <p:nvPr/>
        </p:nvSpPr>
        <p:spPr>
          <a:xfrm>
            <a:off x="2519458" y="5953277"/>
            <a:ext cx="10135314" cy="2512962"/>
          </a:xfrm>
          <a:prstGeom prst="rect">
            <a:avLst/>
          </a:prstGeom>
        </p:spPr>
        <p:txBody>
          <a:bodyPr lIns="0" tIns="0" rIns="0" bIns="0" rtlCol="0" anchor="t">
            <a:spAutoFit/>
          </a:bodyPr>
          <a:lstStyle/>
          <a:p>
            <a:pPr algn="l">
              <a:lnSpc>
                <a:spcPts val="4875"/>
              </a:lnSpc>
            </a:pPr>
            <a:r>
              <a:rPr lang="en-US" sz="3525">
                <a:solidFill>
                  <a:srgbClr val="4D6259"/>
                </a:solidFill>
                <a:latin typeface="Mukta Mahee"/>
                <a:ea typeface="Mukta Mahee"/>
                <a:cs typeface="Mukta Mahee"/>
                <a:sym typeface="Mukta Mahee"/>
              </a:rPr>
              <a:t>A. The model explains 90% of the variance in the data B. The model has 90% accuracy C. The model makes a 90% correct prediction D. The model has 10% error</a:t>
            </a:r>
          </a:p>
        </p:txBody>
      </p:sp>
      <p:sp>
        <p:nvSpPr>
          <p:cNvPr id="22" name="TextBox 22"/>
          <p:cNvSpPr txBox="1"/>
          <p:nvPr/>
        </p:nvSpPr>
        <p:spPr>
          <a:xfrm>
            <a:off x="1498806" y="1619402"/>
            <a:ext cx="14382417" cy="655596"/>
          </a:xfrm>
          <a:prstGeom prst="rect">
            <a:avLst/>
          </a:prstGeom>
        </p:spPr>
        <p:txBody>
          <a:bodyPr lIns="0" tIns="0" rIns="0" bIns="0" rtlCol="0" anchor="t">
            <a:spAutoFit/>
          </a:bodyPr>
          <a:lstStyle/>
          <a:p>
            <a:pPr algn="l">
              <a:lnSpc>
                <a:spcPts val="4875"/>
              </a:lnSpc>
            </a:pPr>
            <a:r>
              <a:rPr lang="en-US" sz="3525">
                <a:solidFill>
                  <a:srgbClr val="4D6259"/>
                </a:solidFill>
                <a:latin typeface="Mukta Mahee"/>
                <a:ea typeface="Mukta Mahee"/>
                <a:cs typeface="Mukta Mahee"/>
                <a:sym typeface="Mukta Mahee"/>
              </a:rPr>
              <a:t>1.What does the Mean AbsoluteError(MAE)indicate in a regression model?</a:t>
            </a:r>
          </a:p>
        </p:txBody>
      </p:sp>
      <p:sp>
        <p:nvSpPr>
          <p:cNvPr id="23" name="TextBox 23"/>
          <p:cNvSpPr txBox="1"/>
          <p:nvPr/>
        </p:nvSpPr>
        <p:spPr>
          <a:xfrm>
            <a:off x="2519458" y="2238527"/>
            <a:ext cx="15142693" cy="2512971"/>
          </a:xfrm>
          <a:prstGeom prst="rect">
            <a:avLst/>
          </a:prstGeom>
        </p:spPr>
        <p:txBody>
          <a:bodyPr lIns="0" tIns="0" rIns="0" bIns="0" rtlCol="0" anchor="t">
            <a:spAutoFit/>
          </a:bodyPr>
          <a:lstStyle/>
          <a:p>
            <a:pPr algn="l">
              <a:lnSpc>
                <a:spcPts val="4875"/>
              </a:lnSpc>
            </a:pPr>
            <a:r>
              <a:rPr lang="en-US" sz="3525">
                <a:solidFill>
                  <a:srgbClr val="4D6259"/>
                </a:solidFill>
                <a:latin typeface="Mukta Mahee"/>
                <a:ea typeface="Mukta Mahee"/>
                <a:cs typeface="Mukta Mahee"/>
                <a:sym typeface="Mukta Mahee"/>
              </a:rPr>
              <a:t>A. The percentage of correct predictions B. The average of the squared differences between actual and predicted values C. The average of the absolute differences between actual and predicted values D. The number of data points used in 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502</Words>
  <Application>Microsoft Office PowerPoint</Application>
  <PresentationFormat>Custom</PresentationFormat>
  <Paragraphs>146</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CAT Neuzeit</vt:lpstr>
      <vt:lpstr>Arial</vt:lpstr>
      <vt:lpstr>Arimo</vt:lpstr>
      <vt:lpstr>Mukta Mahee Bold</vt:lpstr>
      <vt:lpstr>Calibri</vt:lpstr>
      <vt:lpstr>Mukta Mahee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10 ML.pdf</dc:title>
  <cp:lastModifiedBy>Praveena S</cp:lastModifiedBy>
  <cp:revision>1</cp:revision>
  <dcterms:created xsi:type="dcterms:W3CDTF">2006-08-16T00:00:00Z</dcterms:created>
  <dcterms:modified xsi:type="dcterms:W3CDTF">2025-11-12T06:05:39Z</dcterms:modified>
  <dc:identifier>DAG4N63EE_I</dc:identifier>
</cp:coreProperties>
</file>